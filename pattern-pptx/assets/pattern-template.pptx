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10287000" cx="18288000"/>
  <p:notesSz cx="6858000" cy="9144000"/>
  <p:embeddedFontLst>
    <p:embeddedFont>
      <p:font typeface="Ramaraja"/>
      <p:regular r:id="rId47"/>
    </p:embeddedFont>
    <p:embeddedFont>
      <p:font typeface="Oswald Medium"/>
      <p:regular r:id="rId48"/>
      <p:bold r:id="rId49"/>
    </p:embeddedFont>
    <p:embeddedFont>
      <p:font typeface="Montserrat"/>
      <p:regular r:id="rId50"/>
      <p:bold r:id="rId51"/>
      <p:italic r:id="rId52"/>
      <p:boldItalic r:id="rId53"/>
    </p:embeddedFont>
    <p:embeddedFont>
      <p:font typeface="Montserrat Medium"/>
      <p:regular r:id="rId54"/>
      <p:bold r:id="rId55"/>
      <p:italic r:id="rId56"/>
      <p:boldItalic r:id="rId57"/>
    </p:embeddedFont>
    <p:embeddedFont>
      <p:font typeface="Montserrat Light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D49707-1CFA-46EB-84ED-880DDFEB046D}">
  <a:tblStyle styleId="{18D49707-1CFA-46EB-84ED-880DDFEB04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swaldMedium-regular.fntdata"/><Relationship Id="rId47" Type="http://schemas.openxmlformats.org/officeDocument/2006/relationships/font" Target="fonts/Ramaraja-regular.fntdata"/><Relationship Id="rId49" Type="http://schemas.openxmlformats.org/officeDocument/2006/relationships/font" Target="fonts/Oswald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1" Type="http://schemas.openxmlformats.org/officeDocument/2006/relationships/font" Target="fonts/MontserratLight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MontserratLight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-bold.fntdata"/><Relationship Id="rId50" Type="http://schemas.openxmlformats.org/officeDocument/2006/relationships/font" Target="fonts/Montserrat-regular.fntdata"/><Relationship Id="rId53" Type="http://schemas.openxmlformats.org/officeDocument/2006/relationships/font" Target="fonts/Montserrat-boldItalic.fntdata"/><Relationship Id="rId52" Type="http://schemas.openxmlformats.org/officeDocument/2006/relationships/font" Target="fonts/Montserrat-italic.fntdata"/><Relationship Id="rId11" Type="http://schemas.openxmlformats.org/officeDocument/2006/relationships/slide" Target="slides/slide4.xml"/><Relationship Id="rId55" Type="http://schemas.openxmlformats.org/officeDocument/2006/relationships/font" Target="fonts/MontserratMedium-bold.fntdata"/><Relationship Id="rId10" Type="http://schemas.openxmlformats.org/officeDocument/2006/relationships/slide" Target="slides/slide3.xml"/><Relationship Id="rId54" Type="http://schemas.openxmlformats.org/officeDocument/2006/relationships/font" Target="fonts/MontserratMedium-regular.fntdata"/><Relationship Id="rId13" Type="http://schemas.openxmlformats.org/officeDocument/2006/relationships/slide" Target="slides/slide6.xml"/><Relationship Id="rId57" Type="http://schemas.openxmlformats.org/officeDocument/2006/relationships/font" Target="fonts/MontserratMedium-boldItalic.fntdata"/><Relationship Id="rId12" Type="http://schemas.openxmlformats.org/officeDocument/2006/relationships/slide" Target="slides/slide5.xml"/><Relationship Id="rId56" Type="http://schemas.openxmlformats.org/officeDocument/2006/relationships/font" Target="fonts/MontserratMedium-italic.fntdata"/><Relationship Id="rId15" Type="http://schemas.openxmlformats.org/officeDocument/2006/relationships/slide" Target="slides/slide8.xml"/><Relationship Id="rId59" Type="http://schemas.openxmlformats.org/officeDocument/2006/relationships/font" Target="fonts/MontserratLight-bold.fntdata"/><Relationship Id="rId14" Type="http://schemas.openxmlformats.org/officeDocument/2006/relationships/slide" Target="slides/slide7.xml"/><Relationship Id="rId58" Type="http://schemas.openxmlformats.org/officeDocument/2006/relationships/font" Target="fonts/MontserratLight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cb5df9ce8_3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2cb5df9ce8_3_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143" name="Google Shape;143;g12cb5df9ce8_3_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cb5df9ce8_3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2cb5df9ce8_3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152" name="Google Shape;152;g12cb5df9ce8_3_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2cb5df9ce8_3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2cb5df9ce8_3_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167" name="Google Shape;167;g12cb5df9ce8_3_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cb5df9ce8_3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12cb5df9ce8_3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12cb5df9ce8_3_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cb5df9ce8_3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12cb5df9ce8_3_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2cb5df9ce8_3_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cb5df9ce8_3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12cb5df9ce8_3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12cb5df9ce8_3_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cb5df9ce8_3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12cb5df9ce8_3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12cb5df9ce8_3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cb5df9ce8_3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12cb5df9ce8_3_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12cb5df9ce8_3_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2cb5df9ce8_3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12cb5df9ce8_3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12cb5df9ce8_3_1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cb5df9ce8_3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12cb5df9ce8_3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12cb5df9ce8_3_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2cb5df9ce8_3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12cb5df9ce8_3_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12cb5df9ce8_3_1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cb5df9ce8_3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12cb5df9ce8_3_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2cb5df9ce8_3_1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cb5df9ce8_3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12cb5df9ce8_3_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12cb5df9ce8_3_2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cb5df9ce8_3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12cb5df9ce8_3_2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12cb5df9ce8_3_2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cb5df9ce8_3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12cb5df9ce8_3_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2cb5df9ce8_3_2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2cb5df9ce8_3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12cb5df9ce8_3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12cb5df9ce8_3_2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2cb5df9ce8_3_2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12cb5df9ce8_3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2cb5df9ce8_3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12cb5df9ce8_3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12cb5df9ce8_3_2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2cb5df9ce8_3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12cb5df9ce8_3_2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12cb5df9ce8_3_2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2cb5df9ce8_3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12cb5df9ce8_3_2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332" name="Google Shape;332;g12cb5df9ce8_3_2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2cb5df9ce8_3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12cb5df9ce8_3_2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12cb5df9ce8_3_2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2cb5df9ce8_3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12cb5df9ce8_3_3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12cb5df9ce8_3_3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2cb5df9ce8_3_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12cb5df9ce8_3_3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12cb5df9ce8_3_3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cb5df9ce8_3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12cb5df9ce8_3_3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12cb5df9ce8_3_3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2cb5df9ce8_3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12cb5df9ce8_3_3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408" name="Google Shape;408;g12cb5df9ce8_3_3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2cb5df9ce8_3_3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12cb5df9ce8_3_3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12cb5df9ce8_3_3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2cb5df9ce8_3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12cb5df9ce8_3_3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12cb5df9ce8_3_3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2cb5df9ce8_3_3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12cb5df9ce8_3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cb5df9ce8_3_3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12cb5df9ce8_3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2cb5df9ce8_3_3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12cb5df9ce8_3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2cb5df9ce8_3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12cb5df9ce8_3_3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12cb5df9ce8_3_3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2cb5df9ce8_3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12cb5df9ce8_3_4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488" name="Google Shape;488;g12cb5df9ce8_3_4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2cb5df9ce8_3_4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496" name="Google Shape;496;g12cb5df9ce8_3_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2cb5df9ce8_3_4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12cb5df9ce8_3_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2cb5df9ce8_3_4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Note: Graphs and charts will most likely need to be created outside of google slides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12cb5df9ce8_3_4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2cb5df9ce8_3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12cb5df9ce8_3_4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529" name="Google Shape;529;g12cb5df9ce8_3_4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2cb5df9ce8_3_4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12cb5df9ce8_3_4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12cb5df9ce8_3_4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2cb5df9ce8_3_7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12cb5df9ce8_3_7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12cb5df9ce8_3_7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2cb5df9ce8_3_9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g12cb5df9ce8_3_9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g12cb5df9ce8_3_9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231F2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 flipH="1">
            <a:off x="6" y="1"/>
            <a:ext cx="18288000" cy="10287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71925" y="0"/>
            <a:ext cx="14316075" cy="10287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bg>
      <p:bgPr>
        <a:solidFill>
          <a:srgbClr val="231F20">
            <a:alpha val="0"/>
          </a:srgbClr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2286000" y="5403057"/>
            <a:ext cx="13716000" cy="2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07453" y="9612126"/>
            <a:ext cx="1339470" cy="27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231F20">
            <a:alpha val="0"/>
          </a:srgbClr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01" y="0"/>
            <a:ext cx="18280600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7453" y="9612126"/>
            <a:ext cx="1339470" cy="27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F0F0F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2286000" y="5403057"/>
            <a:ext cx="13716000" cy="2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07453" y="9612126"/>
            <a:ext cx="1309046" cy="26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solidFill>
          <a:srgbClr val="F2F2F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1257300" y="2738438"/>
            <a:ext cx="15773400" cy="6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1247775" y="2564607"/>
            <a:ext cx="15773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1247775" y="6884195"/>
            <a:ext cx="15773400" cy="22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257300" y="2738438"/>
            <a:ext cx="7772400" cy="6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9258300" y="2738438"/>
            <a:ext cx="7772400" cy="6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259682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1259682" y="2521745"/>
            <a:ext cx="77370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2" name="Google Shape;102;p22"/>
          <p:cNvSpPr txBox="1"/>
          <p:nvPr>
            <p:ph idx="2" type="body"/>
          </p:nvPr>
        </p:nvSpPr>
        <p:spPr>
          <a:xfrm>
            <a:off x="1259682" y="3757613"/>
            <a:ext cx="7737000" cy="55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3" type="body"/>
          </p:nvPr>
        </p:nvSpPr>
        <p:spPr>
          <a:xfrm>
            <a:off x="9258300" y="2521745"/>
            <a:ext cx="77748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9258300" y="3757613"/>
            <a:ext cx="7774800" cy="55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231F2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 flipH="1">
            <a:off x="6" y="1"/>
            <a:ext cx="18288000" cy="10287000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1259682" y="685800"/>
            <a:ext cx="58986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7774782" y="1481138"/>
            <a:ext cx="92586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533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indent="-457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117" name="Google Shape;117;p25"/>
          <p:cNvSpPr txBox="1"/>
          <p:nvPr>
            <p:ph idx="2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25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1259682" y="685800"/>
            <a:ext cx="58986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3" name="Google Shape;123;p26"/>
          <p:cNvSpPr/>
          <p:nvPr>
            <p:ph idx="2" type="pic"/>
          </p:nvPr>
        </p:nvSpPr>
        <p:spPr>
          <a:xfrm>
            <a:off x="7774782" y="1481138"/>
            <a:ext cx="9258600" cy="73104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5" name="Google Shape;125;p26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" type="body"/>
          </p:nvPr>
        </p:nvSpPr>
        <p:spPr>
          <a:xfrm rot="5400000">
            <a:off x="5880300" y="-1884562"/>
            <a:ext cx="6527400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 rot="5400000">
            <a:off x="10700100" y="2935088"/>
            <a:ext cx="87180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 rot="5400000">
            <a:off x="2699250" y="-893812"/>
            <a:ext cx="8718000" cy="116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57300" y="2738438"/>
            <a:ext cx="15773400" cy="6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unsplash.com/" TargetMode="External"/><Relationship Id="rId4" Type="http://schemas.openxmlformats.org/officeDocument/2006/relationships/hyperlink" Target="http://www.pexels.com/" TargetMode="External"/><Relationship Id="rId5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/>
        </p:nvSpPr>
        <p:spPr>
          <a:xfrm>
            <a:off x="2815282" y="3199220"/>
            <a:ext cx="111648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800" u="none" cap="none" strike="noStrike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Title of </a:t>
            </a:r>
            <a:endParaRPr sz="2200"/>
          </a:p>
          <a:p>
            <a:pPr indent="0" lvl="0" marL="0" marR="0" rtl="0" algn="l">
              <a:lnSpc>
                <a:spcPct val="5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800" u="none" cap="none" strike="noStrike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Presentation</a:t>
            </a:r>
            <a:endParaRPr sz="2200"/>
          </a:p>
        </p:txBody>
      </p:sp>
      <p:sp>
        <p:nvSpPr>
          <p:cNvPr id="146" name="Google Shape;146;p29"/>
          <p:cNvSpPr txBox="1"/>
          <p:nvPr/>
        </p:nvSpPr>
        <p:spPr>
          <a:xfrm>
            <a:off x="2815282" y="6651647"/>
            <a:ext cx="98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9B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If Needed</a:t>
            </a:r>
            <a:endParaRPr sz="2200"/>
          </a:p>
        </p:txBody>
      </p:sp>
      <p:sp>
        <p:nvSpPr>
          <p:cNvPr id="147" name="Google Shape;147;p29"/>
          <p:cNvSpPr txBox="1"/>
          <p:nvPr/>
        </p:nvSpPr>
        <p:spPr>
          <a:xfrm>
            <a:off x="2815282" y="8117294"/>
            <a:ext cx="249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DBD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Webinar / </a:t>
            </a:r>
            <a:r>
              <a:rPr lang="en" sz="1800">
                <a:solidFill>
                  <a:srgbClr val="E0DBD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Date</a:t>
            </a:r>
            <a:endParaRPr sz="2200"/>
          </a:p>
        </p:txBody>
      </p:sp>
      <p:pic>
        <p:nvPicPr>
          <p:cNvPr id="148" name="Google Shape;1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5282" y="1668287"/>
            <a:ext cx="1882106" cy="38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30"/>
          <p:cNvCxnSpPr/>
          <p:nvPr/>
        </p:nvCxnSpPr>
        <p:spPr>
          <a:xfrm>
            <a:off x="874931" y="1380393"/>
            <a:ext cx="36798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30"/>
          <p:cNvSpPr txBox="1"/>
          <p:nvPr/>
        </p:nvSpPr>
        <p:spPr>
          <a:xfrm>
            <a:off x="743046" y="559905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2F2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Agenda/Contents</a:t>
            </a:r>
            <a:endParaRPr sz="2200"/>
          </a:p>
        </p:txBody>
      </p:sp>
      <p:sp>
        <p:nvSpPr>
          <p:cNvPr id="156" name="Google Shape;156;p30"/>
          <p:cNvSpPr txBox="1"/>
          <p:nvPr/>
        </p:nvSpPr>
        <p:spPr>
          <a:xfrm>
            <a:off x="1981292" y="3790094"/>
            <a:ext cx="177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01.</a:t>
            </a:r>
            <a:endParaRPr sz="2200"/>
          </a:p>
        </p:txBody>
      </p:sp>
      <p:sp>
        <p:nvSpPr>
          <p:cNvPr id="157" name="Google Shape;157;p30"/>
          <p:cNvSpPr txBox="1"/>
          <p:nvPr/>
        </p:nvSpPr>
        <p:spPr>
          <a:xfrm>
            <a:off x="1091895" y="5408444"/>
            <a:ext cx="355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Section Title</a:t>
            </a:r>
            <a:endParaRPr sz="2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Goes Here</a:t>
            </a:r>
            <a:endParaRPr sz="2200"/>
          </a:p>
        </p:txBody>
      </p:sp>
      <p:sp>
        <p:nvSpPr>
          <p:cNvPr id="158" name="Google Shape;158;p30"/>
          <p:cNvSpPr txBox="1"/>
          <p:nvPr/>
        </p:nvSpPr>
        <p:spPr>
          <a:xfrm>
            <a:off x="6163499" y="3790094"/>
            <a:ext cx="177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02.</a:t>
            </a:r>
            <a:endParaRPr sz="2200"/>
          </a:p>
        </p:txBody>
      </p:sp>
      <p:sp>
        <p:nvSpPr>
          <p:cNvPr id="159" name="Google Shape;159;p30"/>
          <p:cNvSpPr txBox="1"/>
          <p:nvPr/>
        </p:nvSpPr>
        <p:spPr>
          <a:xfrm>
            <a:off x="5274102" y="5408444"/>
            <a:ext cx="355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Section Title</a:t>
            </a:r>
            <a:endParaRPr sz="2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Goes Here</a:t>
            </a:r>
            <a:endParaRPr sz="2200"/>
          </a:p>
        </p:txBody>
      </p:sp>
      <p:sp>
        <p:nvSpPr>
          <p:cNvPr id="160" name="Google Shape;160;p30"/>
          <p:cNvSpPr txBox="1"/>
          <p:nvPr/>
        </p:nvSpPr>
        <p:spPr>
          <a:xfrm>
            <a:off x="10345706" y="3790094"/>
            <a:ext cx="177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03.</a:t>
            </a:r>
            <a:endParaRPr sz="2200"/>
          </a:p>
        </p:txBody>
      </p:sp>
      <p:sp>
        <p:nvSpPr>
          <p:cNvPr id="161" name="Google Shape;161;p30"/>
          <p:cNvSpPr txBox="1"/>
          <p:nvPr/>
        </p:nvSpPr>
        <p:spPr>
          <a:xfrm>
            <a:off x="9456309" y="5408444"/>
            <a:ext cx="355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Section Title</a:t>
            </a:r>
            <a:endParaRPr sz="2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Goes Here</a:t>
            </a:r>
            <a:endParaRPr sz="2200"/>
          </a:p>
        </p:txBody>
      </p:sp>
      <p:sp>
        <p:nvSpPr>
          <p:cNvPr id="162" name="Google Shape;162;p30"/>
          <p:cNvSpPr txBox="1"/>
          <p:nvPr/>
        </p:nvSpPr>
        <p:spPr>
          <a:xfrm>
            <a:off x="14527914" y="3790094"/>
            <a:ext cx="1779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04.</a:t>
            </a:r>
            <a:endParaRPr sz="2200"/>
          </a:p>
        </p:txBody>
      </p:sp>
      <p:sp>
        <p:nvSpPr>
          <p:cNvPr id="163" name="Google Shape;163;p30"/>
          <p:cNvSpPr txBox="1"/>
          <p:nvPr/>
        </p:nvSpPr>
        <p:spPr>
          <a:xfrm>
            <a:off x="13638517" y="5408444"/>
            <a:ext cx="355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Section Title</a:t>
            </a:r>
            <a:endParaRPr sz="22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Goes Here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1537321" y="6715593"/>
            <a:ext cx="98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B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If Needed</a:t>
            </a:r>
            <a:endParaRPr sz="2200"/>
          </a:p>
        </p:txBody>
      </p:sp>
      <p:cxnSp>
        <p:nvCxnSpPr>
          <p:cNvPr id="170" name="Google Shape;170;p31"/>
          <p:cNvCxnSpPr/>
          <p:nvPr/>
        </p:nvCxnSpPr>
        <p:spPr>
          <a:xfrm>
            <a:off x="1673603" y="1972773"/>
            <a:ext cx="2154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31"/>
          <p:cNvSpPr txBox="1"/>
          <p:nvPr/>
        </p:nvSpPr>
        <p:spPr>
          <a:xfrm>
            <a:off x="1480172" y="868459"/>
            <a:ext cx="161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E0DBD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01.</a:t>
            </a:r>
            <a:endParaRPr sz="2200"/>
          </a:p>
        </p:txBody>
      </p:sp>
      <p:sp>
        <p:nvSpPr>
          <p:cNvPr id="172" name="Google Shape;172;p31"/>
          <p:cNvSpPr txBox="1"/>
          <p:nvPr/>
        </p:nvSpPr>
        <p:spPr>
          <a:xfrm>
            <a:off x="1537321" y="3095216"/>
            <a:ext cx="11164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Section</a:t>
            </a:r>
            <a:b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</a:b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Title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/>
        </p:nvSpPr>
        <p:spPr>
          <a:xfrm>
            <a:off x="1707452" y="3057705"/>
            <a:ext cx="98658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endParaRPr sz="2200"/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endParaRPr sz="2200"/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9" name="Google Shape;179;p32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32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1763435" y="2666139"/>
            <a:ext cx="109590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" name="Google Shape;187;p33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33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/>
        </p:nvSpPr>
        <p:spPr>
          <a:xfrm>
            <a:off x="1707453" y="2942850"/>
            <a:ext cx="78864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endParaRPr sz="2200"/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endParaRPr sz="2200"/>
          </a:p>
          <a:p>
            <a:pPr indent="-508000" lvl="0" marL="508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Bullet Point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5" name="Google Shape;195;p34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34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197" name="Google Shape;197;p34"/>
          <p:cNvSpPr txBox="1"/>
          <p:nvPr/>
        </p:nvSpPr>
        <p:spPr>
          <a:xfrm>
            <a:off x="1707452" y="7620573"/>
            <a:ext cx="530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search for quality free photos on: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www.unsplash.com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www.pexels.com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1982778" y="8788838"/>
            <a:ext cx="337800" cy="33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2441139" y="8728113"/>
            <a:ext cx="468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crop images: Double click the image and hit the crop symbol on the Picture Format menu.</a:t>
            </a:r>
            <a:endParaRPr sz="2200"/>
          </a:p>
        </p:txBody>
      </p:sp>
      <p:sp>
        <p:nvSpPr>
          <p:cNvPr id="200" name="Google Shape;200;p34"/>
          <p:cNvSpPr/>
          <p:nvPr/>
        </p:nvSpPr>
        <p:spPr>
          <a:xfrm>
            <a:off x="10113749" y="972715"/>
            <a:ext cx="6466800" cy="8083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5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35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08" name="Google Shape;208;p35"/>
          <p:cNvSpPr txBox="1"/>
          <p:nvPr/>
        </p:nvSpPr>
        <p:spPr>
          <a:xfrm>
            <a:off x="1693461" y="2746559"/>
            <a:ext cx="78588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vertical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5"/>
          <p:cNvSpPr/>
          <p:nvPr/>
        </p:nvSpPr>
        <p:spPr>
          <a:xfrm>
            <a:off x="10113749" y="972715"/>
            <a:ext cx="6466800" cy="8083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36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36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17" name="Google Shape;217;p36"/>
          <p:cNvSpPr/>
          <p:nvPr/>
        </p:nvSpPr>
        <p:spPr>
          <a:xfrm>
            <a:off x="9700869" y="2578747"/>
            <a:ext cx="7647000" cy="512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18" name="Google Shape;218;p36"/>
          <p:cNvSpPr txBox="1"/>
          <p:nvPr/>
        </p:nvSpPr>
        <p:spPr>
          <a:xfrm>
            <a:off x="1693461" y="2746559"/>
            <a:ext cx="78588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horizontal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37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37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26" name="Google Shape;226;p37"/>
          <p:cNvSpPr/>
          <p:nvPr/>
        </p:nvSpPr>
        <p:spPr>
          <a:xfrm>
            <a:off x="9764472" y="1380393"/>
            <a:ext cx="7583400" cy="759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27" name="Google Shape;227;p37"/>
          <p:cNvSpPr txBox="1"/>
          <p:nvPr/>
        </p:nvSpPr>
        <p:spPr>
          <a:xfrm>
            <a:off x="1693461" y="2746559"/>
            <a:ext cx="78588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square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8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38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35" name="Google Shape;235;p38"/>
          <p:cNvSpPr/>
          <p:nvPr/>
        </p:nvSpPr>
        <p:spPr>
          <a:xfrm>
            <a:off x="932425" y="2128276"/>
            <a:ext cx="4824600" cy="603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36" name="Google Shape;236;p38"/>
          <p:cNvSpPr/>
          <p:nvPr/>
        </p:nvSpPr>
        <p:spPr>
          <a:xfrm>
            <a:off x="6670752" y="2128276"/>
            <a:ext cx="4824600" cy="603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37" name="Google Shape;237;p38"/>
          <p:cNvSpPr/>
          <p:nvPr/>
        </p:nvSpPr>
        <p:spPr>
          <a:xfrm>
            <a:off x="12409079" y="2128276"/>
            <a:ext cx="4824600" cy="6030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38" name="Google Shape;238;p38"/>
          <p:cNvSpPr txBox="1"/>
          <p:nvPr/>
        </p:nvSpPr>
        <p:spPr>
          <a:xfrm>
            <a:off x="1080888" y="8288628"/>
            <a:ext cx="452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6880161" y="8288628"/>
            <a:ext cx="452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12557541" y="8288628"/>
            <a:ext cx="452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39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39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48" name="Google Shape;248;p39"/>
          <p:cNvSpPr/>
          <p:nvPr/>
        </p:nvSpPr>
        <p:spPr>
          <a:xfrm>
            <a:off x="874931" y="2284835"/>
            <a:ext cx="7647000" cy="512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49" name="Google Shape;249;p39"/>
          <p:cNvSpPr/>
          <p:nvPr/>
        </p:nvSpPr>
        <p:spPr>
          <a:xfrm>
            <a:off x="9765998" y="2284835"/>
            <a:ext cx="7647000" cy="512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50" name="Google Shape;250;p39"/>
          <p:cNvSpPr txBox="1"/>
          <p:nvPr/>
        </p:nvSpPr>
        <p:spPr>
          <a:xfrm>
            <a:off x="874931" y="7414338"/>
            <a:ext cx="770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elit.</a:t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51" name="Google Shape;251;p39"/>
          <p:cNvSpPr txBox="1"/>
          <p:nvPr/>
        </p:nvSpPr>
        <p:spPr>
          <a:xfrm>
            <a:off x="9765998" y="7414338"/>
            <a:ext cx="770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elit.</a:t>
            </a: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40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40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59" name="Google Shape;259;p40"/>
          <p:cNvSpPr/>
          <p:nvPr/>
        </p:nvSpPr>
        <p:spPr>
          <a:xfrm>
            <a:off x="874931" y="2158872"/>
            <a:ext cx="4621800" cy="310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60" name="Google Shape;260;p40"/>
          <p:cNvSpPr/>
          <p:nvPr/>
        </p:nvSpPr>
        <p:spPr>
          <a:xfrm>
            <a:off x="8877074" y="2158872"/>
            <a:ext cx="4621800" cy="310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61" name="Google Shape;261;p40"/>
          <p:cNvSpPr/>
          <p:nvPr/>
        </p:nvSpPr>
        <p:spPr>
          <a:xfrm>
            <a:off x="648222" y="6475747"/>
            <a:ext cx="4621800" cy="310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62" name="Google Shape;262;p40"/>
          <p:cNvSpPr/>
          <p:nvPr/>
        </p:nvSpPr>
        <p:spPr>
          <a:xfrm>
            <a:off x="8877074" y="5993754"/>
            <a:ext cx="4621800" cy="310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63" name="Google Shape;263;p40"/>
          <p:cNvSpPr txBox="1"/>
          <p:nvPr/>
        </p:nvSpPr>
        <p:spPr>
          <a:xfrm>
            <a:off x="5913276" y="1943874"/>
            <a:ext cx="25476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5913276" y="5743766"/>
            <a:ext cx="25476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14086892" y="1943874"/>
            <a:ext cx="25476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4086892" y="5743766"/>
            <a:ext cx="25476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41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41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74" name="Google Shape;274;p41"/>
          <p:cNvSpPr/>
          <p:nvPr/>
        </p:nvSpPr>
        <p:spPr>
          <a:xfrm>
            <a:off x="2810892" y="1962267"/>
            <a:ext cx="5754600" cy="575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75" name="Google Shape;275;p41"/>
          <p:cNvSpPr/>
          <p:nvPr/>
        </p:nvSpPr>
        <p:spPr>
          <a:xfrm>
            <a:off x="9722646" y="1962267"/>
            <a:ext cx="5754600" cy="575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rotWithShape="0" algn="bl" dir="18900000" dist="241300">
              <a:srgbClr val="000000">
                <a:alpha val="10980"/>
              </a:srgbClr>
            </a:outerShdw>
          </a:effectLst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76" name="Google Shape;276;p41"/>
          <p:cNvSpPr txBox="1"/>
          <p:nvPr/>
        </p:nvSpPr>
        <p:spPr>
          <a:xfrm>
            <a:off x="2810891" y="7729061"/>
            <a:ext cx="5754600" cy="16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elitaliqua ipsum dolor sit amet, consectetur 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9722646" y="7729061"/>
            <a:ext cx="5754600" cy="16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elitaliqua ipsum dolor sit amet, consectetur . </a:t>
            </a:r>
            <a:endParaRPr sz="1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42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42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85" name="Google Shape;285;p42"/>
          <p:cNvSpPr/>
          <p:nvPr/>
        </p:nvSpPr>
        <p:spPr>
          <a:xfrm>
            <a:off x="10113747" y="13524"/>
            <a:ext cx="8219400" cy="1027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86" name="Google Shape;286;p42"/>
          <p:cNvSpPr txBox="1"/>
          <p:nvPr/>
        </p:nvSpPr>
        <p:spPr>
          <a:xfrm>
            <a:off x="1693461" y="3019479"/>
            <a:ext cx="78588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7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vertical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43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43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294" name="Google Shape;294;p43"/>
          <p:cNvSpPr/>
          <p:nvPr/>
        </p:nvSpPr>
        <p:spPr>
          <a:xfrm>
            <a:off x="8014664" y="0"/>
            <a:ext cx="102786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295" name="Google Shape;295;p43"/>
          <p:cNvSpPr txBox="1"/>
          <p:nvPr/>
        </p:nvSpPr>
        <p:spPr>
          <a:xfrm>
            <a:off x="874931" y="3040471"/>
            <a:ext cx="6480000" cy="6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6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square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/>
          <p:nvPr/>
        </p:nvSpPr>
        <p:spPr>
          <a:xfrm>
            <a:off x="0" y="0"/>
            <a:ext cx="15336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200"/>
          </a:p>
        </p:txBody>
      </p:sp>
      <p:sp>
        <p:nvSpPr>
          <p:cNvPr id="302" name="Google Shape;302;p44"/>
          <p:cNvSpPr/>
          <p:nvPr/>
        </p:nvSpPr>
        <p:spPr>
          <a:xfrm>
            <a:off x="9944100" y="1770483"/>
            <a:ext cx="8344200" cy="477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4"/>
          <p:cNvSpPr txBox="1"/>
          <p:nvPr/>
        </p:nvSpPr>
        <p:spPr>
          <a:xfrm>
            <a:off x="10468946" y="2166542"/>
            <a:ext cx="74460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SUBTITLE IF NEEDED</a:t>
            </a:r>
            <a:endParaRPr b="1" sz="6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this slide for horizontal images. Lorem ipsum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sitting around a wooden table&#10;&#10;Description automatically generated" id="308" name="Google Shape;308;p45"/>
          <p:cNvPicPr preferRelativeResize="0"/>
          <p:nvPr/>
        </p:nvPicPr>
        <p:blipFill rotWithShape="1">
          <a:blip r:embed="rId3">
            <a:alphaModFix/>
          </a:blip>
          <a:srcRect b="15626" l="0" r="2" t="0"/>
          <a:stretch/>
        </p:blipFill>
        <p:spPr>
          <a:xfrm>
            <a:off x="0" y="0"/>
            <a:ext cx="18288010" cy="10287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309" name="Google Shape;30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52687" y="9417551"/>
            <a:ext cx="716030" cy="59669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 txBox="1"/>
          <p:nvPr/>
        </p:nvSpPr>
        <p:spPr>
          <a:xfrm>
            <a:off x="12747066" y="377520"/>
            <a:ext cx="4989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FULL PAGE PHOTO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 nostrud exercitation ullamco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/>
        </p:nvSpPr>
        <p:spPr>
          <a:xfrm>
            <a:off x="1763435" y="3081636"/>
            <a:ext cx="108330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QUESTION TEXT?</a:t>
            </a:r>
            <a:endParaRPr b="1" sz="76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 nostrud exercitation ullamco laboris nisi</a:t>
            </a:r>
            <a:b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46"/>
          <p:cNvCxnSpPr/>
          <p:nvPr/>
        </p:nvCxnSpPr>
        <p:spPr>
          <a:xfrm>
            <a:off x="874931" y="1380393"/>
            <a:ext cx="19452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46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plant&#10;&#10;Description automatically generated" id="324" name="Google Shape;3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76" y="1412045"/>
            <a:ext cx="17689458" cy="8289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mirror&#10;&#10;Description automatically generated" id="325" name="Google Shape;32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5381" y="6917530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7"/>
          <p:cNvSpPr txBox="1"/>
          <p:nvPr/>
        </p:nvSpPr>
        <p:spPr>
          <a:xfrm>
            <a:off x="1819271" y="7086891"/>
            <a:ext cx="214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Location</a:t>
            </a:r>
            <a:endParaRPr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27" name="Google Shape;327;p47"/>
          <p:cNvCxnSpPr/>
          <p:nvPr/>
        </p:nvCxnSpPr>
        <p:spPr>
          <a:xfrm>
            <a:off x="874931" y="1380393"/>
            <a:ext cx="4059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8" name="Google Shape;328;p47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 Title Goes Here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/>
        </p:nvSpPr>
        <p:spPr>
          <a:xfrm>
            <a:off x="1537321" y="6715593"/>
            <a:ext cx="98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B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If Needed</a:t>
            </a:r>
            <a:endParaRPr sz="2200"/>
          </a:p>
        </p:txBody>
      </p:sp>
      <p:cxnSp>
        <p:nvCxnSpPr>
          <p:cNvPr id="335" name="Google Shape;335;p48"/>
          <p:cNvCxnSpPr/>
          <p:nvPr/>
        </p:nvCxnSpPr>
        <p:spPr>
          <a:xfrm>
            <a:off x="1673603" y="1972773"/>
            <a:ext cx="2154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6" name="Google Shape;336;p48"/>
          <p:cNvSpPr txBox="1"/>
          <p:nvPr/>
        </p:nvSpPr>
        <p:spPr>
          <a:xfrm>
            <a:off x="1480172" y="868459"/>
            <a:ext cx="161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E0DBD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02.</a:t>
            </a:r>
            <a:endParaRPr sz="2200"/>
          </a:p>
        </p:txBody>
      </p:sp>
      <p:sp>
        <p:nvSpPr>
          <p:cNvPr id="337" name="Google Shape;337;p48"/>
          <p:cNvSpPr txBox="1"/>
          <p:nvPr/>
        </p:nvSpPr>
        <p:spPr>
          <a:xfrm>
            <a:off x="1537321" y="3095216"/>
            <a:ext cx="11164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Section</a:t>
            </a:r>
            <a:b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</a:b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Title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/>
          <p:nvPr/>
        </p:nvSpPr>
        <p:spPr>
          <a:xfrm>
            <a:off x="7073475" y="4306553"/>
            <a:ext cx="41412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44" name="Google Shape;344;p49"/>
          <p:cNvCxnSpPr/>
          <p:nvPr/>
        </p:nvCxnSpPr>
        <p:spPr>
          <a:xfrm>
            <a:off x="874931" y="1380393"/>
            <a:ext cx="2799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49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 Column List</a:t>
            </a:r>
            <a:endParaRPr sz="2200"/>
          </a:p>
        </p:txBody>
      </p:sp>
      <p:grpSp>
        <p:nvGrpSpPr>
          <p:cNvPr id="346" name="Google Shape;346;p49"/>
          <p:cNvGrpSpPr/>
          <p:nvPr/>
        </p:nvGrpSpPr>
        <p:grpSpPr>
          <a:xfrm>
            <a:off x="2924824" y="3433261"/>
            <a:ext cx="512562" cy="560452"/>
            <a:chOff x="10967113" y="5667610"/>
            <a:chExt cx="341708" cy="373635"/>
          </a:xfrm>
        </p:grpSpPr>
        <p:sp>
          <p:nvSpPr>
            <p:cNvPr id="347" name="Google Shape;347;p49"/>
            <p:cNvSpPr/>
            <p:nvPr/>
          </p:nvSpPr>
          <p:spPr>
            <a:xfrm>
              <a:off x="10967113" y="5667610"/>
              <a:ext cx="202075" cy="373635"/>
            </a:xfrm>
            <a:custGeom>
              <a:rect b="b" l="l" r="r" t="t"/>
              <a:pathLst>
                <a:path extrusionOk="0" h="373635" w="202075">
                  <a:moveTo>
                    <a:pt x="159112" y="0"/>
                  </a:moveTo>
                  <a:cubicBezTo>
                    <a:pt x="182840" y="0"/>
                    <a:pt x="202075" y="0"/>
                    <a:pt x="202075" y="0"/>
                  </a:cubicBezTo>
                  <a:lnTo>
                    <a:pt x="202075" y="373635"/>
                  </a:lnTo>
                  <a:cubicBezTo>
                    <a:pt x="202075" y="373635"/>
                    <a:pt x="182840" y="373635"/>
                    <a:pt x="159112" y="373635"/>
                  </a:cubicBezTo>
                  <a:lnTo>
                    <a:pt x="42964" y="373635"/>
                  </a:lnTo>
                  <a:cubicBezTo>
                    <a:pt x="19236" y="373635"/>
                    <a:pt x="0" y="373635"/>
                    <a:pt x="0" y="373635"/>
                  </a:cubicBezTo>
                  <a:lnTo>
                    <a:pt x="0" y="0"/>
                  </a:lnTo>
                  <a:cubicBezTo>
                    <a:pt x="0" y="0"/>
                    <a:pt x="19236" y="0"/>
                    <a:pt x="42964" y="0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49"/>
            <p:cNvSpPr/>
            <p:nvPr/>
          </p:nvSpPr>
          <p:spPr>
            <a:xfrm>
              <a:off x="10967113" y="5734439"/>
              <a:ext cx="202075" cy="14713"/>
            </a:xfrm>
            <a:custGeom>
              <a:rect b="b" l="l" r="r" t="t"/>
              <a:pathLst>
                <a:path extrusionOk="0" h="14713" w="202075">
                  <a:moveTo>
                    <a:pt x="0" y="0"/>
                  </a:moveTo>
                  <a:lnTo>
                    <a:pt x="202075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49"/>
            <p:cNvSpPr/>
            <p:nvPr/>
          </p:nvSpPr>
          <p:spPr>
            <a:xfrm>
              <a:off x="10967113" y="5961042"/>
              <a:ext cx="202075" cy="14713"/>
            </a:xfrm>
            <a:custGeom>
              <a:rect b="b" l="l" r="r" t="t"/>
              <a:pathLst>
                <a:path extrusionOk="0" h="14713" w="202075">
                  <a:moveTo>
                    <a:pt x="0" y="0"/>
                  </a:moveTo>
                  <a:lnTo>
                    <a:pt x="202075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49"/>
            <p:cNvSpPr/>
            <p:nvPr/>
          </p:nvSpPr>
          <p:spPr>
            <a:xfrm>
              <a:off x="11050009" y="5981920"/>
              <a:ext cx="36283" cy="36283"/>
            </a:xfrm>
            <a:custGeom>
              <a:rect b="b" l="l" r="r" t="t"/>
              <a:pathLst>
                <a:path extrusionOk="0" h="36283" w="36283">
                  <a:moveTo>
                    <a:pt x="36284" y="18142"/>
                  </a:moveTo>
                  <a:cubicBezTo>
                    <a:pt x="36284" y="28161"/>
                    <a:pt x="28161" y="36283"/>
                    <a:pt x="18142" y="36283"/>
                  </a:cubicBezTo>
                  <a:cubicBezTo>
                    <a:pt x="8123" y="36283"/>
                    <a:pt x="1" y="28161"/>
                    <a:pt x="1" y="18142"/>
                  </a:cubicBezTo>
                  <a:cubicBezTo>
                    <a:pt x="1" y="8122"/>
                    <a:pt x="8124" y="0"/>
                    <a:pt x="18142" y="0"/>
                  </a:cubicBezTo>
                  <a:cubicBezTo>
                    <a:pt x="28162" y="0"/>
                    <a:pt x="36284" y="8122"/>
                    <a:pt x="36284" y="18142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49"/>
            <p:cNvSpPr/>
            <p:nvPr/>
          </p:nvSpPr>
          <p:spPr>
            <a:xfrm>
              <a:off x="11231265" y="5792322"/>
              <a:ext cx="25722" cy="124211"/>
            </a:xfrm>
            <a:custGeom>
              <a:rect b="b" l="l" r="r" t="t"/>
              <a:pathLst>
                <a:path extrusionOk="0" h="124211" w="25722">
                  <a:moveTo>
                    <a:pt x="-122" y="-92"/>
                  </a:moveTo>
                  <a:cubicBezTo>
                    <a:pt x="34176" y="34205"/>
                    <a:pt x="34176" y="89822"/>
                    <a:pt x="-122" y="124119"/>
                  </a:cubicBez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49"/>
            <p:cNvSpPr/>
            <p:nvPr/>
          </p:nvSpPr>
          <p:spPr>
            <a:xfrm>
              <a:off x="11267916" y="5755685"/>
              <a:ext cx="40905" cy="197470"/>
            </a:xfrm>
            <a:custGeom>
              <a:rect b="b" l="l" r="r" t="t"/>
              <a:pathLst>
                <a:path extrusionOk="0" h="197470" w="40905">
                  <a:moveTo>
                    <a:pt x="-122" y="-92"/>
                  </a:moveTo>
                  <a:cubicBezTo>
                    <a:pt x="54407" y="54422"/>
                    <a:pt x="54421" y="142821"/>
                    <a:pt x="-92" y="197349"/>
                  </a:cubicBezTo>
                  <a:cubicBezTo>
                    <a:pt x="-107" y="197364"/>
                    <a:pt x="-107" y="197364"/>
                    <a:pt x="-122" y="197378"/>
                  </a:cubicBez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49"/>
          <p:cNvGrpSpPr/>
          <p:nvPr/>
        </p:nvGrpSpPr>
        <p:grpSpPr>
          <a:xfrm>
            <a:off x="14629466" y="3393435"/>
            <a:ext cx="759681" cy="640104"/>
            <a:chOff x="5596234" y="1109388"/>
            <a:chExt cx="506454" cy="426736"/>
          </a:xfrm>
        </p:grpSpPr>
        <p:sp>
          <p:nvSpPr>
            <p:cNvPr id="354" name="Google Shape;354;p49"/>
            <p:cNvSpPr/>
            <p:nvPr/>
          </p:nvSpPr>
          <p:spPr>
            <a:xfrm>
              <a:off x="5733055" y="1173613"/>
              <a:ext cx="369633" cy="195792"/>
            </a:xfrm>
            <a:custGeom>
              <a:rect b="b" l="l" r="r" t="t"/>
              <a:pathLst>
                <a:path extrusionOk="0" h="195792" w="369633">
                  <a:moveTo>
                    <a:pt x="0" y="0"/>
                  </a:moveTo>
                  <a:lnTo>
                    <a:pt x="369633" y="0"/>
                  </a:lnTo>
                  <a:lnTo>
                    <a:pt x="329510" y="195793"/>
                  </a:lnTo>
                  <a:lnTo>
                    <a:pt x="46259" y="195793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49"/>
            <p:cNvSpPr/>
            <p:nvPr/>
          </p:nvSpPr>
          <p:spPr>
            <a:xfrm>
              <a:off x="5596234" y="1109388"/>
              <a:ext cx="454398" cy="333187"/>
            </a:xfrm>
            <a:custGeom>
              <a:rect b="b" l="l" r="r" t="t"/>
              <a:pathLst>
                <a:path extrusionOk="0" h="333187" w="454398">
                  <a:moveTo>
                    <a:pt x="454277" y="333096"/>
                  </a:moveTo>
                  <a:lnTo>
                    <a:pt x="254864" y="333096"/>
                  </a:lnTo>
                  <a:cubicBezTo>
                    <a:pt x="218316" y="333066"/>
                    <a:pt x="186623" y="307847"/>
                    <a:pt x="178354" y="272255"/>
                  </a:cubicBezTo>
                  <a:lnTo>
                    <a:pt x="132050" y="64118"/>
                  </a:lnTo>
                  <a:cubicBezTo>
                    <a:pt x="123119" y="28192"/>
                    <a:pt x="91927" y="2205"/>
                    <a:pt x="54981" y="-92"/>
                  </a:cubicBezTo>
                  <a:lnTo>
                    <a:pt x="-122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49"/>
            <p:cNvSpPr/>
            <p:nvPr/>
          </p:nvSpPr>
          <p:spPr>
            <a:xfrm>
              <a:off x="5823470" y="1484186"/>
              <a:ext cx="51938" cy="51938"/>
            </a:xfrm>
            <a:custGeom>
              <a:rect b="b" l="l" r="r" t="t"/>
              <a:pathLst>
                <a:path extrusionOk="0" h="51938" w="51938">
                  <a:moveTo>
                    <a:pt x="51939" y="25969"/>
                  </a:moveTo>
                  <a:cubicBezTo>
                    <a:pt x="51939" y="40312"/>
                    <a:pt x="40312" y="51939"/>
                    <a:pt x="25969" y="51939"/>
                  </a:cubicBezTo>
                  <a:cubicBezTo>
                    <a:pt x="11627" y="51939"/>
                    <a:pt x="0" y="40312"/>
                    <a:pt x="0" y="25969"/>
                  </a:cubicBezTo>
                  <a:cubicBezTo>
                    <a:pt x="0" y="11627"/>
                    <a:pt x="11627" y="0"/>
                    <a:pt x="25969" y="0"/>
                  </a:cubicBezTo>
                  <a:cubicBezTo>
                    <a:pt x="40312" y="0"/>
                    <a:pt x="51939" y="11627"/>
                    <a:pt x="51939" y="25969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49"/>
            <p:cNvSpPr/>
            <p:nvPr/>
          </p:nvSpPr>
          <p:spPr>
            <a:xfrm>
              <a:off x="5984024" y="1484186"/>
              <a:ext cx="51938" cy="51938"/>
            </a:xfrm>
            <a:custGeom>
              <a:rect b="b" l="l" r="r" t="t"/>
              <a:pathLst>
                <a:path extrusionOk="0" h="51938" w="51938">
                  <a:moveTo>
                    <a:pt x="51939" y="25969"/>
                  </a:moveTo>
                  <a:cubicBezTo>
                    <a:pt x="51939" y="40312"/>
                    <a:pt x="40312" y="51939"/>
                    <a:pt x="25969" y="51939"/>
                  </a:cubicBezTo>
                  <a:cubicBezTo>
                    <a:pt x="11627" y="51939"/>
                    <a:pt x="0" y="40312"/>
                    <a:pt x="0" y="25969"/>
                  </a:cubicBezTo>
                  <a:cubicBezTo>
                    <a:pt x="0" y="11627"/>
                    <a:pt x="11627" y="0"/>
                    <a:pt x="25969" y="0"/>
                  </a:cubicBezTo>
                  <a:cubicBezTo>
                    <a:pt x="40312" y="0"/>
                    <a:pt x="51939" y="11627"/>
                    <a:pt x="51939" y="25969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49"/>
            <p:cNvSpPr/>
            <p:nvPr/>
          </p:nvSpPr>
          <p:spPr>
            <a:xfrm>
              <a:off x="5757435" y="1270943"/>
              <a:ext cx="321034" cy="14713"/>
            </a:xfrm>
            <a:custGeom>
              <a:rect b="b" l="l" r="r" t="t"/>
              <a:pathLst>
                <a:path extrusionOk="0" h="14713" w="321034">
                  <a:moveTo>
                    <a:pt x="0" y="0"/>
                  </a:moveTo>
                  <a:lnTo>
                    <a:pt x="321034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" name="Google Shape;359;p49"/>
            <p:cNvGrpSpPr/>
            <p:nvPr/>
          </p:nvGrpSpPr>
          <p:grpSpPr>
            <a:xfrm>
              <a:off x="5729318" y="1173613"/>
              <a:ext cx="373369" cy="193071"/>
              <a:chOff x="5729318" y="1173613"/>
              <a:chExt cx="373369" cy="193071"/>
            </a:xfrm>
          </p:grpSpPr>
          <p:sp>
            <p:nvSpPr>
              <p:cNvPr id="360" name="Google Shape;360;p49"/>
              <p:cNvSpPr/>
              <p:nvPr/>
            </p:nvSpPr>
            <p:spPr>
              <a:xfrm>
                <a:off x="5729318" y="1175217"/>
                <a:ext cx="42566" cy="191467"/>
              </a:xfrm>
              <a:custGeom>
                <a:rect b="b" l="l" r="r" t="t"/>
                <a:pathLst>
                  <a:path extrusionOk="0" h="191467" w="42566">
                    <a:moveTo>
                      <a:pt x="0" y="0"/>
                    </a:moveTo>
                    <a:lnTo>
                      <a:pt x="42566" y="191467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49"/>
              <p:cNvSpPr/>
              <p:nvPr/>
            </p:nvSpPr>
            <p:spPr>
              <a:xfrm>
                <a:off x="5853779" y="1174687"/>
                <a:ext cx="15287" cy="190599"/>
              </a:xfrm>
              <a:custGeom>
                <a:rect b="b" l="l" r="r" t="t"/>
                <a:pathLst>
                  <a:path extrusionOk="0" h="190599" w="15287">
                    <a:moveTo>
                      <a:pt x="0" y="0"/>
                    </a:moveTo>
                    <a:lnTo>
                      <a:pt x="15287" y="190599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49"/>
              <p:cNvSpPr/>
              <p:nvPr/>
            </p:nvSpPr>
            <p:spPr>
              <a:xfrm>
                <a:off x="5966250" y="1174143"/>
                <a:ext cx="11991" cy="189730"/>
              </a:xfrm>
              <a:custGeom>
                <a:rect b="b" l="l" r="r" t="t"/>
                <a:pathLst>
                  <a:path extrusionOk="0" h="189730" w="11991">
                    <a:moveTo>
                      <a:pt x="11992" y="0"/>
                    </a:moveTo>
                    <a:lnTo>
                      <a:pt x="0" y="189731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49"/>
              <p:cNvSpPr/>
              <p:nvPr/>
            </p:nvSpPr>
            <p:spPr>
              <a:xfrm>
                <a:off x="6063432" y="1173613"/>
                <a:ext cx="39255" cy="188862"/>
              </a:xfrm>
              <a:custGeom>
                <a:rect b="b" l="l" r="r" t="t"/>
                <a:pathLst>
                  <a:path extrusionOk="0" h="188862" w="39255">
                    <a:moveTo>
                      <a:pt x="39256" y="0"/>
                    </a:moveTo>
                    <a:lnTo>
                      <a:pt x="0" y="188863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4" name="Google Shape;364;p49"/>
          <p:cNvGrpSpPr/>
          <p:nvPr/>
        </p:nvGrpSpPr>
        <p:grpSpPr>
          <a:xfrm>
            <a:off x="8636289" y="3463509"/>
            <a:ext cx="741913" cy="499957"/>
            <a:chOff x="4280006" y="5687753"/>
            <a:chExt cx="494609" cy="333305"/>
          </a:xfrm>
        </p:grpSpPr>
        <p:sp>
          <p:nvSpPr>
            <p:cNvPr id="365" name="Google Shape;365;p49"/>
            <p:cNvSpPr/>
            <p:nvPr/>
          </p:nvSpPr>
          <p:spPr>
            <a:xfrm>
              <a:off x="4280006" y="5687753"/>
              <a:ext cx="313457" cy="290268"/>
            </a:xfrm>
            <a:custGeom>
              <a:rect b="b" l="l" r="r" t="t"/>
              <a:pathLst>
                <a:path extrusionOk="0" h="290268" w="313457">
                  <a:moveTo>
                    <a:pt x="50493" y="290177"/>
                  </a:moveTo>
                  <a:lnTo>
                    <a:pt x="-122" y="290177"/>
                  </a:lnTo>
                  <a:lnTo>
                    <a:pt x="-122" y="15034"/>
                  </a:lnTo>
                  <a:cubicBezTo>
                    <a:pt x="-107" y="6676"/>
                    <a:pt x="6676" y="-106"/>
                    <a:pt x="15033" y="-92"/>
                  </a:cubicBezTo>
                  <a:cubicBezTo>
                    <a:pt x="15033" y="-92"/>
                    <a:pt x="15048" y="-92"/>
                    <a:pt x="15048" y="-92"/>
                  </a:cubicBezTo>
                  <a:lnTo>
                    <a:pt x="275198" y="423"/>
                  </a:lnTo>
                  <a:cubicBezTo>
                    <a:pt x="296283" y="482"/>
                    <a:pt x="313336" y="17594"/>
                    <a:pt x="313336" y="38678"/>
                  </a:cubicBezTo>
                  <a:lnTo>
                    <a:pt x="313336" y="290177"/>
                  </a:lnTo>
                  <a:lnTo>
                    <a:pt x="136626" y="290177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49"/>
            <p:cNvSpPr/>
            <p:nvPr/>
          </p:nvSpPr>
          <p:spPr>
            <a:xfrm>
              <a:off x="4593463" y="5739809"/>
              <a:ext cx="181152" cy="238212"/>
            </a:xfrm>
            <a:custGeom>
              <a:rect b="b" l="l" r="r" t="t"/>
              <a:pathLst>
                <a:path extrusionOk="0" h="238212" w="181152">
                  <a:moveTo>
                    <a:pt x="133613" y="238212"/>
                  </a:moveTo>
                  <a:lnTo>
                    <a:pt x="181153" y="238212"/>
                  </a:lnTo>
                  <a:lnTo>
                    <a:pt x="181153" y="151211"/>
                  </a:lnTo>
                  <a:lnTo>
                    <a:pt x="64563" y="0"/>
                  </a:lnTo>
                  <a:lnTo>
                    <a:pt x="0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49"/>
            <p:cNvSpPr/>
            <p:nvPr/>
          </p:nvSpPr>
          <p:spPr>
            <a:xfrm>
              <a:off x="4330679" y="5934984"/>
              <a:ext cx="86074" cy="86074"/>
            </a:xfrm>
            <a:custGeom>
              <a:rect b="b" l="l" r="r" t="t"/>
              <a:pathLst>
                <a:path extrusionOk="0" h="86074" w="86074">
                  <a:moveTo>
                    <a:pt x="86074" y="43037"/>
                  </a:moveTo>
                  <a:cubicBezTo>
                    <a:pt x="86074" y="66806"/>
                    <a:pt x="66806" y="86074"/>
                    <a:pt x="43037" y="86074"/>
                  </a:cubicBezTo>
                  <a:cubicBezTo>
                    <a:pt x="19268" y="86074"/>
                    <a:pt x="0" y="66806"/>
                    <a:pt x="0" y="43037"/>
                  </a:cubicBezTo>
                  <a:cubicBezTo>
                    <a:pt x="0" y="19268"/>
                    <a:pt x="19268" y="0"/>
                    <a:pt x="43037" y="0"/>
                  </a:cubicBezTo>
                  <a:cubicBezTo>
                    <a:pt x="66806" y="0"/>
                    <a:pt x="86074" y="19269"/>
                    <a:pt x="86074" y="43037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49"/>
            <p:cNvSpPr/>
            <p:nvPr/>
          </p:nvSpPr>
          <p:spPr>
            <a:xfrm>
              <a:off x="4641002" y="5934984"/>
              <a:ext cx="86074" cy="86074"/>
            </a:xfrm>
            <a:custGeom>
              <a:rect b="b" l="l" r="r" t="t"/>
              <a:pathLst>
                <a:path extrusionOk="0" h="86074" w="86074">
                  <a:moveTo>
                    <a:pt x="86074" y="43037"/>
                  </a:moveTo>
                  <a:cubicBezTo>
                    <a:pt x="86074" y="66806"/>
                    <a:pt x="66806" y="86074"/>
                    <a:pt x="43037" y="86074"/>
                  </a:cubicBezTo>
                  <a:cubicBezTo>
                    <a:pt x="19268" y="86074"/>
                    <a:pt x="0" y="66806"/>
                    <a:pt x="0" y="43037"/>
                  </a:cubicBezTo>
                  <a:cubicBezTo>
                    <a:pt x="0" y="19268"/>
                    <a:pt x="19268" y="0"/>
                    <a:pt x="43037" y="0"/>
                  </a:cubicBezTo>
                  <a:cubicBezTo>
                    <a:pt x="66806" y="0"/>
                    <a:pt x="86074" y="19269"/>
                    <a:pt x="86074" y="43037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49"/>
            <p:cNvSpPr/>
            <p:nvPr/>
          </p:nvSpPr>
          <p:spPr>
            <a:xfrm>
              <a:off x="4593463" y="5978021"/>
              <a:ext cx="47539" cy="14713"/>
            </a:xfrm>
            <a:custGeom>
              <a:rect b="b" l="l" r="r" t="t"/>
              <a:pathLst>
                <a:path extrusionOk="0" h="14713" w="47539">
                  <a:moveTo>
                    <a:pt x="0" y="0"/>
                  </a:moveTo>
                  <a:lnTo>
                    <a:pt x="47539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49"/>
            <p:cNvSpPr/>
            <p:nvPr/>
          </p:nvSpPr>
          <p:spPr>
            <a:xfrm>
              <a:off x="4638972" y="5786583"/>
              <a:ext cx="112632" cy="76069"/>
            </a:xfrm>
            <a:custGeom>
              <a:rect b="b" l="l" r="r" t="t"/>
              <a:pathLst>
                <a:path extrusionOk="0" h="76069" w="112632">
                  <a:moveTo>
                    <a:pt x="50938" y="0"/>
                  </a:moveTo>
                  <a:lnTo>
                    <a:pt x="0" y="0"/>
                  </a:lnTo>
                  <a:lnTo>
                    <a:pt x="0" y="76069"/>
                  </a:lnTo>
                  <a:lnTo>
                    <a:pt x="112632" y="76069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49"/>
            <p:cNvSpPr/>
            <p:nvPr/>
          </p:nvSpPr>
          <p:spPr>
            <a:xfrm>
              <a:off x="4280006" y="5891020"/>
              <a:ext cx="243523" cy="14713"/>
            </a:xfrm>
            <a:custGeom>
              <a:rect b="b" l="l" r="r" t="t"/>
              <a:pathLst>
                <a:path extrusionOk="0" h="14713" w="243523">
                  <a:moveTo>
                    <a:pt x="0" y="0"/>
                  </a:moveTo>
                  <a:lnTo>
                    <a:pt x="243524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49"/>
          <p:cNvSpPr txBox="1"/>
          <p:nvPr/>
        </p:nvSpPr>
        <p:spPr>
          <a:xfrm>
            <a:off x="1250204" y="4306553"/>
            <a:ext cx="41412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2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73" name="Google Shape;373;p49"/>
          <p:cNvSpPr txBox="1"/>
          <p:nvPr/>
        </p:nvSpPr>
        <p:spPr>
          <a:xfrm>
            <a:off x="13041225" y="4306553"/>
            <a:ext cx="41412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30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/>
        </p:nvSpPr>
        <p:spPr>
          <a:xfrm>
            <a:off x="7073475" y="4306553"/>
            <a:ext cx="41412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2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80" name="Google Shape;380;p50"/>
          <p:cNvCxnSpPr/>
          <p:nvPr/>
        </p:nvCxnSpPr>
        <p:spPr>
          <a:xfrm>
            <a:off x="874931" y="1380393"/>
            <a:ext cx="2799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50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 Column List</a:t>
            </a:r>
            <a:endParaRPr sz="2200"/>
          </a:p>
        </p:txBody>
      </p:sp>
      <p:sp>
        <p:nvSpPr>
          <p:cNvPr id="382" name="Google Shape;382;p50"/>
          <p:cNvSpPr txBox="1"/>
          <p:nvPr/>
        </p:nvSpPr>
        <p:spPr>
          <a:xfrm>
            <a:off x="967611" y="2942820"/>
            <a:ext cx="426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46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83" name="Google Shape;383;p50"/>
          <p:cNvSpPr txBox="1"/>
          <p:nvPr/>
        </p:nvSpPr>
        <p:spPr>
          <a:xfrm>
            <a:off x="7013996" y="2942820"/>
            <a:ext cx="426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46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13060379" y="2942820"/>
            <a:ext cx="426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46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85" name="Google Shape;385;p50"/>
          <p:cNvSpPr txBox="1"/>
          <p:nvPr/>
        </p:nvSpPr>
        <p:spPr>
          <a:xfrm>
            <a:off x="1250204" y="4306553"/>
            <a:ext cx="41412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2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6" name="Google Shape;386;p50"/>
          <p:cNvSpPr txBox="1"/>
          <p:nvPr/>
        </p:nvSpPr>
        <p:spPr>
          <a:xfrm>
            <a:off x="13285475" y="4306553"/>
            <a:ext cx="41412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b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2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/>
        </p:nvSpPr>
        <p:spPr>
          <a:xfrm>
            <a:off x="1752600" y="2891688"/>
            <a:ext cx="151824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LOREM IPSUM DOLOR SIT AMET, CONSECTETUR ADIPISCING ELIT, SED DO EIUSMOD TEMPOR INCIDIDUNT UT LABORE ET DOLORE  MAGNA ALIQUA. </a:t>
            </a:r>
            <a:endParaRPr sz="2200"/>
          </a:p>
        </p:txBody>
      </p:sp>
      <p:sp>
        <p:nvSpPr>
          <p:cNvPr id="393" name="Google Shape;393;p51"/>
          <p:cNvSpPr txBox="1"/>
          <p:nvPr/>
        </p:nvSpPr>
        <p:spPr>
          <a:xfrm>
            <a:off x="743046" y="9121650"/>
            <a:ext cx="486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</a:t>
            </a:r>
            <a:r>
              <a:rPr b="1" lang="en" sz="22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/ </a:t>
            </a:r>
            <a:r>
              <a:rPr lang="en" sz="22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Company, Title</a:t>
            </a:r>
            <a:endParaRPr sz="2200"/>
          </a:p>
        </p:txBody>
      </p:sp>
      <p:cxnSp>
        <p:nvCxnSpPr>
          <p:cNvPr id="394" name="Google Shape;394;p51"/>
          <p:cNvCxnSpPr/>
          <p:nvPr/>
        </p:nvCxnSpPr>
        <p:spPr>
          <a:xfrm>
            <a:off x="874931" y="1380393"/>
            <a:ext cx="2883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" name="Google Shape;395;p51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Quote Here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2"/>
          <p:cNvSpPr txBox="1"/>
          <p:nvPr/>
        </p:nvSpPr>
        <p:spPr>
          <a:xfrm>
            <a:off x="743046" y="9121650"/>
            <a:ext cx="486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</a:t>
            </a:r>
            <a:r>
              <a:rPr lang="en" sz="2200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en" sz="2200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/ </a:t>
            </a:r>
            <a:r>
              <a:rPr lang="en" sz="2200">
                <a:solidFill>
                  <a:srgbClr val="231F2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Company, Title</a:t>
            </a:r>
            <a:endParaRPr sz="2200"/>
          </a:p>
        </p:txBody>
      </p:sp>
      <p:cxnSp>
        <p:nvCxnSpPr>
          <p:cNvPr id="402" name="Google Shape;402;p52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52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404" name="Google Shape;404;p52"/>
          <p:cNvSpPr txBox="1"/>
          <p:nvPr/>
        </p:nvSpPr>
        <p:spPr>
          <a:xfrm>
            <a:off x="1752600" y="2891688"/>
            <a:ext cx="151824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LOREM IPSUM DOLOR SIT AMET, CONSECTETUR ADIPISCING ELIT, SED DO EIUSMOD TEMPOR INCIDIDUNT UT LABORE ET DOLORE  MAGNA ALIQUA. </a:t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3"/>
          <p:cNvSpPr txBox="1"/>
          <p:nvPr/>
        </p:nvSpPr>
        <p:spPr>
          <a:xfrm>
            <a:off x="1537321" y="6715593"/>
            <a:ext cx="98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B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If Needed</a:t>
            </a:r>
            <a:endParaRPr sz="2200"/>
          </a:p>
        </p:txBody>
      </p:sp>
      <p:cxnSp>
        <p:nvCxnSpPr>
          <p:cNvPr id="411" name="Google Shape;411;p53"/>
          <p:cNvCxnSpPr/>
          <p:nvPr/>
        </p:nvCxnSpPr>
        <p:spPr>
          <a:xfrm>
            <a:off x="1673603" y="1972773"/>
            <a:ext cx="2154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2" name="Google Shape;412;p53"/>
          <p:cNvSpPr txBox="1"/>
          <p:nvPr/>
        </p:nvSpPr>
        <p:spPr>
          <a:xfrm>
            <a:off x="1480172" y="868459"/>
            <a:ext cx="161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E0DBD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03.</a:t>
            </a:r>
            <a:endParaRPr sz="2200"/>
          </a:p>
        </p:txBody>
      </p:sp>
      <p:sp>
        <p:nvSpPr>
          <p:cNvPr id="413" name="Google Shape;413;p53"/>
          <p:cNvSpPr txBox="1"/>
          <p:nvPr/>
        </p:nvSpPr>
        <p:spPr>
          <a:xfrm>
            <a:off x="1537321" y="3095216"/>
            <a:ext cx="11164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Section</a:t>
            </a:r>
            <a:b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</a:b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Title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" name="Google Shape;419;p54"/>
          <p:cNvGraphicFramePr/>
          <p:nvPr/>
        </p:nvGraphicFramePr>
        <p:xfrm>
          <a:off x="374064" y="2344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{18D49707-1CFA-46EB-84ED-880DDFEB046D}</a:tableStyleId>
              </a:tblPr>
              <a:tblGrid>
                <a:gridCol w="113605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413150"/>
              </a:tblGrid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JAN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FEB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MAY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JUL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AUG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SEP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OCT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NOV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TOTAL YTD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US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Walmart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Ebay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Google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Jet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CA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MX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UK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DE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FR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ES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IT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AU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TMALL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cxnSp>
        <p:nvCxnSpPr>
          <p:cNvPr id="420" name="Google Shape;420;p54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54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7" name="Google Shape;427;p55"/>
          <p:cNvGraphicFramePr/>
          <p:nvPr/>
        </p:nvGraphicFramePr>
        <p:xfrm>
          <a:off x="374064" y="2344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{18D49707-1CFA-46EB-84ED-880DDFEB046D}</a:tableStyleId>
              </a:tblPr>
              <a:tblGrid>
                <a:gridCol w="113605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249200"/>
                <a:gridCol w="1413150"/>
              </a:tblGrid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JAN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FEB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MAY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JUL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AUG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SEP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OCT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NOV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TOTAL YTD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8F6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US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Walmart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Ebay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Google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Jet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CA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MX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UK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DE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FR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ES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IT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AMZ AU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TMALL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ontserrat Light"/>
                        <a:buNone/>
                      </a:pPr>
                      <a:r>
                        <a:rPr b="0" i="0" lang="en" sz="1600" u="none" cap="none" strike="noStrike">
                          <a:solidFill>
                            <a:srgbClr val="00000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cxnSp>
        <p:nvCxnSpPr>
          <p:cNvPr id="428" name="Google Shape;428;p55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55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411" y="2249978"/>
            <a:ext cx="16537800" cy="510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6"/>
          <p:cNvGraphicFramePr/>
          <p:nvPr/>
        </p:nvGraphicFramePr>
        <p:xfrm>
          <a:off x="875225" y="76684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{18D49707-1CFA-46EB-84ED-880DDFEB046D}</a:tableStyleId>
              </a:tblPr>
              <a:tblGrid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JAN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FEB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MAY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JUL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AUG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SEP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OCT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NOV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2019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2018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36" name="Google Shape;436;p56"/>
          <p:cNvSpPr/>
          <p:nvPr/>
        </p:nvSpPr>
        <p:spPr>
          <a:xfrm>
            <a:off x="7141916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2019</a:t>
            </a:r>
            <a:endParaRPr sz="2200"/>
          </a:p>
        </p:txBody>
      </p:sp>
      <p:sp>
        <p:nvSpPr>
          <p:cNvPr id="437" name="Google Shape;437;p56"/>
          <p:cNvSpPr/>
          <p:nvPr/>
        </p:nvSpPr>
        <p:spPr>
          <a:xfrm>
            <a:off x="7067829" y="988089"/>
            <a:ext cx="2625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38" name="Google Shape;438;p56"/>
          <p:cNvSpPr/>
          <p:nvPr/>
        </p:nvSpPr>
        <p:spPr>
          <a:xfrm>
            <a:off x="9662450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2018</a:t>
            </a:r>
            <a:endParaRPr sz="2200"/>
          </a:p>
        </p:txBody>
      </p:sp>
      <p:sp>
        <p:nvSpPr>
          <p:cNvPr id="439" name="Google Shape;439;p56"/>
          <p:cNvSpPr/>
          <p:nvPr/>
        </p:nvSpPr>
        <p:spPr>
          <a:xfrm>
            <a:off x="9629543" y="988089"/>
            <a:ext cx="2553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40" name="Google Shape;440;p56"/>
          <p:cNvSpPr/>
          <p:nvPr/>
        </p:nvSpPr>
        <p:spPr>
          <a:xfrm>
            <a:off x="12151863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Y/Y Growth</a:t>
            </a:r>
            <a:endParaRPr sz="2200"/>
          </a:p>
        </p:txBody>
      </p:sp>
      <p:sp>
        <p:nvSpPr>
          <p:cNvPr id="441" name="Google Shape;441;p56"/>
          <p:cNvSpPr/>
          <p:nvPr/>
        </p:nvSpPr>
        <p:spPr>
          <a:xfrm>
            <a:off x="12182984" y="988089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XXX%</a:t>
            </a:r>
            <a:endParaRPr sz="2200"/>
          </a:p>
        </p:txBody>
      </p:sp>
      <p:sp>
        <p:nvSpPr>
          <p:cNvPr id="442" name="Google Shape;442;p56"/>
          <p:cNvSpPr/>
          <p:nvPr/>
        </p:nvSpPr>
        <p:spPr>
          <a:xfrm>
            <a:off x="6235857" y="985020"/>
            <a:ext cx="1153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Q3</a:t>
            </a:r>
            <a:endParaRPr sz="2200"/>
          </a:p>
        </p:txBody>
      </p:sp>
      <p:sp>
        <p:nvSpPr>
          <p:cNvPr id="443" name="Google Shape;443;p56"/>
          <p:cNvSpPr/>
          <p:nvPr/>
        </p:nvSpPr>
        <p:spPr>
          <a:xfrm>
            <a:off x="7067829" y="1410230"/>
            <a:ext cx="2625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44" name="Google Shape;444;p56"/>
          <p:cNvSpPr/>
          <p:nvPr/>
        </p:nvSpPr>
        <p:spPr>
          <a:xfrm>
            <a:off x="9629543" y="1452519"/>
            <a:ext cx="2553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45" name="Google Shape;445;p56"/>
          <p:cNvSpPr/>
          <p:nvPr/>
        </p:nvSpPr>
        <p:spPr>
          <a:xfrm>
            <a:off x="12182984" y="1452519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XXX%</a:t>
            </a:r>
            <a:endParaRPr sz="2200"/>
          </a:p>
        </p:txBody>
      </p:sp>
      <p:sp>
        <p:nvSpPr>
          <p:cNvPr id="446" name="Google Shape;446;p56"/>
          <p:cNvSpPr/>
          <p:nvPr/>
        </p:nvSpPr>
        <p:spPr>
          <a:xfrm>
            <a:off x="6235857" y="1449450"/>
            <a:ext cx="1153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YTD</a:t>
            </a:r>
            <a:endParaRPr sz="2200"/>
          </a:p>
        </p:txBody>
      </p:sp>
      <p:cxnSp>
        <p:nvCxnSpPr>
          <p:cNvPr id="447" name="Google Shape;447;p56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8" name="Google Shape;448;p56"/>
          <p:cNvSpPr txBox="1"/>
          <p:nvPr/>
        </p:nvSpPr>
        <p:spPr>
          <a:xfrm>
            <a:off x="743046" y="585194"/>
            <a:ext cx="239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3" name="Google Shape;453;p57"/>
          <p:cNvGraphicFramePr/>
          <p:nvPr/>
        </p:nvGraphicFramePr>
        <p:xfrm>
          <a:off x="875225" y="76684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{18D49707-1CFA-46EB-84ED-880DDFEB046D}</a:tableStyleId>
              </a:tblPr>
              <a:tblGrid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  <a:gridCol w="1272100"/>
              </a:tblGrid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JAN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FEB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MAY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JUN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JUL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AUG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SEP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OCT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NOV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6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</a:t>
                      </a:r>
                      <a:endParaRPr b="0"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68600" marB="68600" marR="137200" marL="137200">
                    <a:solidFill>
                      <a:srgbClr val="0098F6"/>
                    </a:solidFill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2019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</a:tr>
              <a:tr h="42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2018</a:t>
                      </a:r>
                      <a:endParaRPr sz="160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ontserrat Light"/>
                        <a:buNone/>
                      </a:pPr>
                      <a:r>
                        <a:rPr lang="en" sz="1600" u="none" cap="none" strike="noStrik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$XXX.XM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600" marB="68600" marR="137200" marL="1372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54" name="Google Shape;454;p57"/>
          <p:cNvSpPr/>
          <p:nvPr/>
        </p:nvSpPr>
        <p:spPr>
          <a:xfrm>
            <a:off x="7141916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2019</a:t>
            </a:r>
            <a:endParaRPr sz="2200"/>
          </a:p>
        </p:txBody>
      </p:sp>
      <p:sp>
        <p:nvSpPr>
          <p:cNvPr id="455" name="Google Shape;455;p57"/>
          <p:cNvSpPr/>
          <p:nvPr/>
        </p:nvSpPr>
        <p:spPr>
          <a:xfrm>
            <a:off x="7067829" y="988089"/>
            <a:ext cx="2625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56" name="Google Shape;456;p57"/>
          <p:cNvSpPr/>
          <p:nvPr/>
        </p:nvSpPr>
        <p:spPr>
          <a:xfrm>
            <a:off x="9662450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2018</a:t>
            </a:r>
            <a:endParaRPr sz="2200"/>
          </a:p>
        </p:txBody>
      </p:sp>
      <p:sp>
        <p:nvSpPr>
          <p:cNvPr id="457" name="Google Shape;457;p57"/>
          <p:cNvSpPr/>
          <p:nvPr/>
        </p:nvSpPr>
        <p:spPr>
          <a:xfrm>
            <a:off x="9629543" y="988089"/>
            <a:ext cx="2553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58" name="Google Shape;458;p57"/>
          <p:cNvSpPr/>
          <p:nvPr/>
        </p:nvSpPr>
        <p:spPr>
          <a:xfrm>
            <a:off x="12151863" y="570482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Y/Y Growth</a:t>
            </a:r>
            <a:endParaRPr sz="2200"/>
          </a:p>
        </p:txBody>
      </p:sp>
      <p:sp>
        <p:nvSpPr>
          <p:cNvPr id="459" name="Google Shape;459;p57"/>
          <p:cNvSpPr/>
          <p:nvPr/>
        </p:nvSpPr>
        <p:spPr>
          <a:xfrm>
            <a:off x="12182984" y="988089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XXX%</a:t>
            </a:r>
            <a:endParaRPr sz="2200"/>
          </a:p>
        </p:txBody>
      </p:sp>
      <p:sp>
        <p:nvSpPr>
          <p:cNvPr id="460" name="Google Shape;460;p57"/>
          <p:cNvSpPr/>
          <p:nvPr/>
        </p:nvSpPr>
        <p:spPr>
          <a:xfrm>
            <a:off x="6235857" y="985020"/>
            <a:ext cx="1153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Q3</a:t>
            </a:r>
            <a:endParaRPr sz="2200"/>
          </a:p>
        </p:txBody>
      </p:sp>
      <p:sp>
        <p:nvSpPr>
          <p:cNvPr id="461" name="Google Shape;461;p57"/>
          <p:cNvSpPr/>
          <p:nvPr/>
        </p:nvSpPr>
        <p:spPr>
          <a:xfrm>
            <a:off x="7067829" y="1410230"/>
            <a:ext cx="2625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62" name="Google Shape;462;p57"/>
          <p:cNvSpPr/>
          <p:nvPr/>
        </p:nvSpPr>
        <p:spPr>
          <a:xfrm>
            <a:off x="9629543" y="1452519"/>
            <a:ext cx="2553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$XXX.XM</a:t>
            </a:r>
            <a:endParaRPr sz="2200"/>
          </a:p>
        </p:txBody>
      </p:sp>
      <p:sp>
        <p:nvSpPr>
          <p:cNvPr id="463" name="Google Shape;463;p57"/>
          <p:cNvSpPr/>
          <p:nvPr/>
        </p:nvSpPr>
        <p:spPr>
          <a:xfrm>
            <a:off x="12182984" y="1452519"/>
            <a:ext cx="291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XXX%</a:t>
            </a:r>
            <a:endParaRPr sz="2200"/>
          </a:p>
        </p:txBody>
      </p:sp>
      <p:sp>
        <p:nvSpPr>
          <p:cNvPr id="464" name="Google Shape;464;p57"/>
          <p:cNvSpPr/>
          <p:nvPr/>
        </p:nvSpPr>
        <p:spPr>
          <a:xfrm>
            <a:off x="6235857" y="1449450"/>
            <a:ext cx="1153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D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YTD</a:t>
            </a:r>
            <a:endParaRPr sz="2200"/>
          </a:p>
        </p:txBody>
      </p:sp>
      <p:cxnSp>
        <p:nvCxnSpPr>
          <p:cNvPr id="465" name="Google Shape;465;p57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57"/>
          <p:cNvSpPr txBox="1"/>
          <p:nvPr/>
        </p:nvSpPr>
        <p:spPr>
          <a:xfrm>
            <a:off x="743046" y="585194"/>
            <a:ext cx="239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pic>
        <p:nvPicPr>
          <p:cNvPr id="467" name="Google Shape;46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411" y="2249979"/>
            <a:ext cx="16537800" cy="50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2" y="2411999"/>
            <a:ext cx="11422800" cy="67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8"/>
          <p:cNvSpPr txBox="1"/>
          <p:nvPr/>
        </p:nvSpPr>
        <p:spPr>
          <a:xfrm>
            <a:off x="13373100" y="2586948"/>
            <a:ext cx="39648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endParaRPr sz="2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74" name="Google Shape;474;p58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5" name="Google Shape;475;p58"/>
          <p:cNvSpPr txBox="1"/>
          <p:nvPr/>
        </p:nvSpPr>
        <p:spPr>
          <a:xfrm>
            <a:off x="743047" y="585194"/>
            <a:ext cx="468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2" y="2411999"/>
            <a:ext cx="11422800" cy="679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2" name="Google Shape;482;p59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59"/>
          <p:cNvSpPr txBox="1"/>
          <p:nvPr/>
        </p:nvSpPr>
        <p:spPr>
          <a:xfrm>
            <a:off x="743047" y="585194"/>
            <a:ext cx="468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484" name="Google Shape;484;p59"/>
          <p:cNvSpPr txBox="1"/>
          <p:nvPr/>
        </p:nvSpPr>
        <p:spPr>
          <a:xfrm>
            <a:off x="13373100" y="2586948"/>
            <a:ext cx="39648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HEADER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F0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Lorem ipsum dolor sit amet, consectetur adipiscing elit, sed do eiusmod tempor incididunt ut labore et dolore magna aliqua. Ut enim ad minim veniam, quis.</a:t>
            </a:r>
            <a:endParaRPr sz="2200">
              <a:solidFill>
                <a:srgbClr val="F0F0F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0"/>
          <p:cNvSpPr txBox="1"/>
          <p:nvPr/>
        </p:nvSpPr>
        <p:spPr>
          <a:xfrm>
            <a:off x="1537321" y="6715593"/>
            <a:ext cx="98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B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If Needed</a:t>
            </a:r>
            <a:endParaRPr sz="2200"/>
          </a:p>
        </p:txBody>
      </p:sp>
      <p:cxnSp>
        <p:nvCxnSpPr>
          <p:cNvPr id="491" name="Google Shape;491;p60"/>
          <p:cNvCxnSpPr/>
          <p:nvPr/>
        </p:nvCxnSpPr>
        <p:spPr>
          <a:xfrm>
            <a:off x="1673603" y="1972773"/>
            <a:ext cx="2154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2" name="Google Shape;492;p60"/>
          <p:cNvSpPr txBox="1"/>
          <p:nvPr/>
        </p:nvSpPr>
        <p:spPr>
          <a:xfrm>
            <a:off x="1480172" y="868459"/>
            <a:ext cx="161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E0DBD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04.</a:t>
            </a:r>
            <a:endParaRPr sz="2200"/>
          </a:p>
        </p:txBody>
      </p:sp>
      <p:sp>
        <p:nvSpPr>
          <p:cNvPr id="493" name="Google Shape;493;p60"/>
          <p:cNvSpPr txBox="1"/>
          <p:nvPr/>
        </p:nvSpPr>
        <p:spPr>
          <a:xfrm>
            <a:off x="1537321" y="3095216"/>
            <a:ext cx="11164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Section</a:t>
            </a:r>
            <a:b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</a:br>
            <a:r>
              <a:rPr lang="en" sz="150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Title</a:t>
            </a:r>
            <a:endParaRPr sz="2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2151936"/>
            <a:ext cx="9053400" cy="6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263" y="2125662"/>
            <a:ext cx="9053400" cy="603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61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p61"/>
          <p:cNvSpPr txBox="1"/>
          <p:nvPr/>
        </p:nvSpPr>
        <p:spPr>
          <a:xfrm>
            <a:off x="743047" y="585194"/>
            <a:ext cx="468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2125662"/>
            <a:ext cx="9053400" cy="6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263" y="2125662"/>
            <a:ext cx="9053400" cy="603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62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9" name="Google Shape;509;p62"/>
          <p:cNvSpPr txBox="1"/>
          <p:nvPr/>
        </p:nvSpPr>
        <p:spPr>
          <a:xfrm>
            <a:off x="743047" y="585194"/>
            <a:ext cx="468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0F0F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2125662"/>
            <a:ext cx="9053400" cy="6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185" y="3324043"/>
            <a:ext cx="5458800" cy="36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2553" y="3324043"/>
            <a:ext cx="5458800" cy="36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5447" y="3324043"/>
            <a:ext cx="5458800" cy="36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3"/>
          <p:cNvSpPr txBox="1"/>
          <p:nvPr/>
        </p:nvSpPr>
        <p:spPr>
          <a:xfrm>
            <a:off x="2853238" y="4627580"/>
            <a:ext cx="21000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100%</a:t>
            </a:r>
            <a:endParaRPr sz="2200"/>
          </a:p>
        </p:txBody>
      </p:sp>
      <p:sp>
        <p:nvSpPr>
          <p:cNvPr id="519" name="Google Shape;519;p63"/>
          <p:cNvSpPr txBox="1"/>
          <p:nvPr/>
        </p:nvSpPr>
        <p:spPr>
          <a:xfrm>
            <a:off x="8339637" y="4627580"/>
            <a:ext cx="21000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50%</a:t>
            </a:r>
            <a:endParaRPr sz="2200"/>
          </a:p>
        </p:txBody>
      </p:sp>
      <p:sp>
        <p:nvSpPr>
          <p:cNvPr id="520" name="Google Shape;520;p63"/>
          <p:cNvSpPr txBox="1"/>
          <p:nvPr/>
        </p:nvSpPr>
        <p:spPr>
          <a:xfrm>
            <a:off x="2360818" y="7456307"/>
            <a:ext cx="308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Title Here</a:t>
            </a:r>
            <a:endParaRPr sz="2200"/>
          </a:p>
        </p:txBody>
      </p:sp>
      <p:sp>
        <p:nvSpPr>
          <p:cNvPr id="521" name="Google Shape;521;p63"/>
          <p:cNvSpPr txBox="1"/>
          <p:nvPr/>
        </p:nvSpPr>
        <p:spPr>
          <a:xfrm>
            <a:off x="7847219" y="7456307"/>
            <a:ext cx="308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Title Here</a:t>
            </a:r>
            <a:endParaRPr sz="2200"/>
          </a:p>
        </p:txBody>
      </p:sp>
      <p:sp>
        <p:nvSpPr>
          <p:cNvPr id="522" name="Google Shape;522;p63"/>
          <p:cNvSpPr txBox="1"/>
          <p:nvPr/>
        </p:nvSpPr>
        <p:spPr>
          <a:xfrm>
            <a:off x="12883561" y="7456307"/>
            <a:ext cx="308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Title Here</a:t>
            </a:r>
            <a:endParaRPr sz="2200"/>
          </a:p>
        </p:txBody>
      </p:sp>
      <p:cxnSp>
        <p:nvCxnSpPr>
          <p:cNvPr id="523" name="Google Shape;523;p63"/>
          <p:cNvCxnSpPr/>
          <p:nvPr/>
        </p:nvCxnSpPr>
        <p:spPr>
          <a:xfrm>
            <a:off x="874931" y="1380393"/>
            <a:ext cx="19314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4" name="Google Shape;524;p63"/>
          <p:cNvSpPr txBox="1"/>
          <p:nvPr/>
        </p:nvSpPr>
        <p:spPr>
          <a:xfrm>
            <a:off x="743047" y="585194"/>
            <a:ext cx="4687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31F2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Title Here</a:t>
            </a:r>
            <a:endParaRPr sz="2200"/>
          </a:p>
        </p:txBody>
      </p:sp>
      <p:sp>
        <p:nvSpPr>
          <p:cNvPr id="525" name="Google Shape;525;p63"/>
          <p:cNvSpPr txBox="1"/>
          <p:nvPr/>
        </p:nvSpPr>
        <p:spPr>
          <a:xfrm>
            <a:off x="13329182" y="4627580"/>
            <a:ext cx="21000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009BFF"/>
                </a:solidFill>
                <a:latin typeface="Oswald Medium"/>
                <a:ea typeface="Oswald Medium"/>
                <a:cs typeface="Oswald Medium"/>
                <a:sym typeface="Oswald Medium"/>
              </a:rPr>
              <a:t>25%</a:t>
            </a:r>
            <a:endParaRPr sz="2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4"/>
          <p:cNvSpPr txBox="1"/>
          <p:nvPr/>
        </p:nvSpPr>
        <p:spPr>
          <a:xfrm>
            <a:off x="2815282" y="3783473"/>
            <a:ext cx="111648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8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Thank </a:t>
            </a:r>
            <a:br>
              <a:rPr lang="en" sz="148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</a:br>
            <a:r>
              <a:rPr lang="en" sz="14800">
                <a:solidFill>
                  <a:srgbClr val="F2F2F2"/>
                </a:solidFill>
                <a:latin typeface="Ramaraja"/>
                <a:ea typeface="Ramaraja"/>
                <a:cs typeface="Ramaraja"/>
                <a:sym typeface="Ramaraja"/>
              </a:rPr>
              <a:t>You</a:t>
            </a:r>
            <a:endParaRPr sz="2200"/>
          </a:p>
        </p:txBody>
      </p:sp>
      <p:pic>
        <p:nvPicPr>
          <p:cNvPr id="532" name="Google Shape;53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5282" y="2787960"/>
            <a:ext cx="1882106" cy="382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64"/>
          <p:cNvCxnSpPr/>
          <p:nvPr/>
        </p:nvCxnSpPr>
        <p:spPr>
          <a:xfrm>
            <a:off x="5941065" y="5646684"/>
            <a:ext cx="21540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5"/>
          <p:cNvSpPr txBox="1"/>
          <p:nvPr/>
        </p:nvSpPr>
        <p:spPr>
          <a:xfrm>
            <a:off x="718456" y="2534799"/>
            <a:ext cx="27036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These As Needed</a:t>
            </a:r>
            <a:endParaRPr sz="2200"/>
          </a:p>
          <a:p>
            <a:pPr indent="0" lvl="0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40" name="Google Shape;540;p65"/>
          <p:cNvGrpSpPr/>
          <p:nvPr/>
        </p:nvGrpSpPr>
        <p:grpSpPr>
          <a:xfrm>
            <a:off x="4445516" y="1621976"/>
            <a:ext cx="724607" cy="724384"/>
            <a:chOff x="2963677" y="1081317"/>
            <a:chExt cx="483071" cy="482923"/>
          </a:xfrm>
        </p:grpSpPr>
        <p:sp>
          <p:nvSpPr>
            <p:cNvPr id="541" name="Google Shape;541;p65"/>
            <p:cNvSpPr/>
            <p:nvPr/>
          </p:nvSpPr>
          <p:spPr>
            <a:xfrm>
              <a:off x="2963677" y="1081317"/>
              <a:ext cx="483071" cy="482923"/>
            </a:xfrm>
            <a:custGeom>
              <a:rect b="b" l="l" r="r" t="t"/>
              <a:pathLst>
                <a:path extrusionOk="0" h="482923" w="483071">
                  <a:moveTo>
                    <a:pt x="428276" y="329254"/>
                  </a:moveTo>
                  <a:lnTo>
                    <a:pt x="440458" y="363845"/>
                  </a:lnTo>
                  <a:cubicBezTo>
                    <a:pt x="444578" y="375528"/>
                    <a:pt x="438443" y="388329"/>
                    <a:pt x="426760" y="392448"/>
                  </a:cubicBezTo>
                  <a:cubicBezTo>
                    <a:pt x="424156" y="393361"/>
                    <a:pt x="421404" y="393802"/>
                    <a:pt x="418638" y="393714"/>
                  </a:cubicBezTo>
                  <a:lnTo>
                    <a:pt x="381987" y="392625"/>
                  </a:lnTo>
                  <a:cubicBezTo>
                    <a:pt x="370937" y="392286"/>
                    <a:pt x="361300" y="400055"/>
                    <a:pt x="359269" y="410929"/>
                  </a:cubicBezTo>
                  <a:lnTo>
                    <a:pt x="352530" y="446977"/>
                  </a:lnTo>
                  <a:cubicBezTo>
                    <a:pt x="350265" y="459145"/>
                    <a:pt x="338567" y="467178"/>
                    <a:pt x="326399" y="464913"/>
                  </a:cubicBezTo>
                  <a:cubicBezTo>
                    <a:pt x="323662" y="464397"/>
                    <a:pt x="321058" y="463397"/>
                    <a:pt x="318689" y="461926"/>
                  </a:cubicBezTo>
                  <a:lnTo>
                    <a:pt x="287497" y="442651"/>
                  </a:lnTo>
                  <a:cubicBezTo>
                    <a:pt x="278095" y="436854"/>
                    <a:pt x="265868" y="438752"/>
                    <a:pt x="258673" y="447153"/>
                  </a:cubicBezTo>
                  <a:lnTo>
                    <a:pt x="234822" y="474991"/>
                  </a:lnTo>
                  <a:cubicBezTo>
                    <a:pt x="226774" y="484393"/>
                    <a:pt x="212619" y="485497"/>
                    <a:pt x="203203" y="477448"/>
                  </a:cubicBezTo>
                  <a:cubicBezTo>
                    <a:pt x="201099" y="475653"/>
                    <a:pt x="199348" y="473476"/>
                    <a:pt x="198038" y="471033"/>
                  </a:cubicBezTo>
                  <a:lnTo>
                    <a:pt x="180662" y="438752"/>
                  </a:lnTo>
                  <a:cubicBezTo>
                    <a:pt x="175424" y="429011"/>
                    <a:pt x="163874" y="424553"/>
                    <a:pt x="153456" y="428232"/>
                  </a:cubicBezTo>
                  <a:lnTo>
                    <a:pt x="118865" y="440414"/>
                  </a:lnTo>
                  <a:cubicBezTo>
                    <a:pt x="107182" y="444534"/>
                    <a:pt x="94382" y="438399"/>
                    <a:pt x="90262" y="426716"/>
                  </a:cubicBezTo>
                  <a:cubicBezTo>
                    <a:pt x="89350" y="424112"/>
                    <a:pt x="88908" y="421360"/>
                    <a:pt x="88997" y="418594"/>
                  </a:cubicBezTo>
                  <a:lnTo>
                    <a:pt x="90085" y="381943"/>
                  </a:lnTo>
                  <a:cubicBezTo>
                    <a:pt x="90424" y="370893"/>
                    <a:pt x="82655" y="361256"/>
                    <a:pt x="71796" y="359225"/>
                  </a:cubicBezTo>
                  <a:lnTo>
                    <a:pt x="35748" y="352501"/>
                  </a:lnTo>
                  <a:cubicBezTo>
                    <a:pt x="23580" y="350235"/>
                    <a:pt x="15547" y="338523"/>
                    <a:pt x="17812" y="326355"/>
                  </a:cubicBezTo>
                  <a:cubicBezTo>
                    <a:pt x="18313" y="323618"/>
                    <a:pt x="19328" y="321014"/>
                    <a:pt x="20785" y="318660"/>
                  </a:cubicBezTo>
                  <a:lnTo>
                    <a:pt x="40059" y="287467"/>
                  </a:lnTo>
                  <a:cubicBezTo>
                    <a:pt x="45856" y="278065"/>
                    <a:pt x="43958" y="265839"/>
                    <a:pt x="35572" y="258643"/>
                  </a:cubicBezTo>
                  <a:lnTo>
                    <a:pt x="7719" y="234793"/>
                  </a:lnTo>
                  <a:cubicBezTo>
                    <a:pt x="-1683" y="226745"/>
                    <a:pt x="-2787" y="212590"/>
                    <a:pt x="5262" y="203174"/>
                  </a:cubicBezTo>
                  <a:cubicBezTo>
                    <a:pt x="7057" y="201070"/>
                    <a:pt x="9234" y="199319"/>
                    <a:pt x="11677" y="198009"/>
                  </a:cubicBezTo>
                  <a:lnTo>
                    <a:pt x="44047" y="180632"/>
                  </a:lnTo>
                  <a:cubicBezTo>
                    <a:pt x="53772" y="175380"/>
                    <a:pt x="58230" y="163844"/>
                    <a:pt x="54567" y="153427"/>
                  </a:cubicBezTo>
                  <a:lnTo>
                    <a:pt x="42369" y="118836"/>
                  </a:lnTo>
                  <a:cubicBezTo>
                    <a:pt x="38249" y="107156"/>
                    <a:pt x="44385" y="94349"/>
                    <a:pt x="56068" y="90232"/>
                  </a:cubicBezTo>
                  <a:cubicBezTo>
                    <a:pt x="58672" y="89313"/>
                    <a:pt x="61423" y="88885"/>
                    <a:pt x="64189" y="88967"/>
                  </a:cubicBezTo>
                  <a:lnTo>
                    <a:pt x="100841" y="90056"/>
                  </a:lnTo>
                  <a:cubicBezTo>
                    <a:pt x="111876" y="90381"/>
                    <a:pt x="121499" y="82620"/>
                    <a:pt x="123529" y="71767"/>
                  </a:cubicBezTo>
                  <a:lnTo>
                    <a:pt x="130268" y="35719"/>
                  </a:lnTo>
                  <a:cubicBezTo>
                    <a:pt x="132519" y="23549"/>
                    <a:pt x="144216" y="15513"/>
                    <a:pt x="156384" y="17767"/>
                  </a:cubicBezTo>
                  <a:cubicBezTo>
                    <a:pt x="159121" y="18275"/>
                    <a:pt x="161740" y="19288"/>
                    <a:pt x="164109" y="20755"/>
                  </a:cubicBezTo>
                  <a:lnTo>
                    <a:pt x="195302" y="40030"/>
                  </a:lnTo>
                  <a:cubicBezTo>
                    <a:pt x="204689" y="45846"/>
                    <a:pt x="216916" y="43975"/>
                    <a:pt x="224125" y="35616"/>
                  </a:cubicBezTo>
                  <a:lnTo>
                    <a:pt x="247991" y="7763"/>
                  </a:lnTo>
                  <a:cubicBezTo>
                    <a:pt x="256024" y="-1648"/>
                    <a:pt x="270179" y="-2760"/>
                    <a:pt x="279581" y="5278"/>
                  </a:cubicBezTo>
                  <a:cubicBezTo>
                    <a:pt x="281700" y="7085"/>
                    <a:pt x="283465" y="9270"/>
                    <a:pt x="284775" y="11721"/>
                  </a:cubicBezTo>
                  <a:lnTo>
                    <a:pt x="302166" y="44091"/>
                  </a:lnTo>
                  <a:cubicBezTo>
                    <a:pt x="307404" y="53815"/>
                    <a:pt x="318939" y="58279"/>
                    <a:pt x="329357" y="54611"/>
                  </a:cubicBezTo>
                  <a:lnTo>
                    <a:pt x="363948" y="42413"/>
                  </a:lnTo>
                  <a:cubicBezTo>
                    <a:pt x="375631" y="38297"/>
                    <a:pt x="388431" y="44426"/>
                    <a:pt x="392551" y="56106"/>
                  </a:cubicBezTo>
                  <a:cubicBezTo>
                    <a:pt x="393463" y="58715"/>
                    <a:pt x="393905" y="61469"/>
                    <a:pt x="393817" y="64234"/>
                  </a:cubicBezTo>
                  <a:lnTo>
                    <a:pt x="392728" y="100885"/>
                  </a:lnTo>
                  <a:cubicBezTo>
                    <a:pt x="392389" y="111935"/>
                    <a:pt x="400158" y="121572"/>
                    <a:pt x="411031" y="123603"/>
                  </a:cubicBezTo>
                  <a:lnTo>
                    <a:pt x="447080" y="130342"/>
                  </a:lnTo>
                  <a:cubicBezTo>
                    <a:pt x="459248" y="132608"/>
                    <a:pt x="467281" y="144305"/>
                    <a:pt x="465015" y="156473"/>
                  </a:cubicBezTo>
                  <a:cubicBezTo>
                    <a:pt x="464500" y="159210"/>
                    <a:pt x="463500" y="161814"/>
                    <a:pt x="462029" y="164183"/>
                  </a:cubicBezTo>
                  <a:lnTo>
                    <a:pt x="442754" y="195390"/>
                  </a:lnTo>
                  <a:cubicBezTo>
                    <a:pt x="436957" y="204792"/>
                    <a:pt x="438869" y="217019"/>
                    <a:pt x="447256" y="224199"/>
                  </a:cubicBezTo>
                  <a:lnTo>
                    <a:pt x="475094" y="248065"/>
                  </a:lnTo>
                  <a:cubicBezTo>
                    <a:pt x="484511" y="256098"/>
                    <a:pt x="485614" y="270253"/>
                    <a:pt x="477581" y="279654"/>
                  </a:cubicBezTo>
                  <a:cubicBezTo>
                    <a:pt x="475771" y="281773"/>
                    <a:pt x="473593" y="283539"/>
                    <a:pt x="471136" y="284848"/>
                  </a:cubicBezTo>
                  <a:lnTo>
                    <a:pt x="438855" y="302240"/>
                  </a:lnTo>
                  <a:cubicBezTo>
                    <a:pt x="429188" y="307434"/>
                    <a:pt x="424700" y="318866"/>
                    <a:pt x="428276" y="32925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3118638" y="1270104"/>
              <a:ext cx="173089" cy="118738"/>
            </a:xfrm>
            <a:custGeom>
              <a:rect b="b" l="l" r="r" t="t"/>
              <a:pathLst>
                <a:path extrusionOk="0" h="118738" w="173089">
                  <a:moveTo>
                    <a:pt x="0" y="64386"/>
                  </a:moveTo>
                  <a:lnTo>
                    <a:pt x="54352" y="118738"/>
                  </a:lnTo>
                  <a:lnTo>
                    <a:pt x="17309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3" name="Google Shape;543;p65"/>
          <p:cNvGrpSpPr/>
          <p:nvPr/>
        </p:nvGrpSpPr>
        <p:grpSpPr>
          <a:xfrm>
            <a:off x="10425612" y="1648368"/>
            <a:ext cx="663498" cy="671600"/>
            <a:chOff x="6950408" y="1098912"/>
            <a:chExt cx="442332" cy="447733"/>
          </a:xfrm>
        </p:grpSpPr>
        <p:sp>
          <p:nvSpPr>
            <p:cNvPr id="544" name="Google Shape;544;p65"/>
            <p:cNvSpPr/>
            <p:nvPr/>
          </p:nvSpPr>
          <p:spPr>
            <a:xfrm>
              <a:off x="6950408" y="1168493"/>
              <a:ext cx="266873" cy="378152"/>
            </a:xfrm>
            <a:custGeom>
              <a:rect b="b" l="l" r="r" t="t"/>
              <a:pathLst>
                <a:path extrusionOk="0" h="378152" w="266873">
                  <a:moveTo>
                    <a:pt x="266752" y="213534"/>
                  </a:moveTo>
                  <a:lnTo>
                    <a:pt x="266752" y="236192"/>
                  </a:lnTo>
                  <a:cubicBezTo>
                    <a:pt x="266752" y="262103"/>
                    <a:pt x="245756" y="283099"/>
                    <a:pt x="219846" y="283099"/>
                  </a:cubicBezTo>
                  <a:lnTo>
                    <a:pt x="141731" y="283099"/>
                  </a:lnTo>
                  <a:lnTo>
                    <a:pt x="46785" y="378060"/>
                  </a:lnTo>
                  <a:lnTo>
                    <a:pt x="46785" y="283099"/>
                  </a:lnTo>
                  <a:cubicBezTo>
                    <a:pt x="20875" y="283099"/>
                    <a:pt x="-122" y="262103"/>
                    <a:pt x="-122" y="236192"/>
                  </a:cubicBezTo>
                  <a:lnTo>
                    <a:pt x="-122" y="46815"/>
                  </a:lnTo>
                  <a:cubicBezTo>
                    <a:pt x="-122" y="20904"/>
                    <a:pt x="20875" y="-92"/>
                    <a:pt x="46785" y="-92"/>
                  </a:cubicBezTo>
                  <a:lnTo>
                    <a:pt x="175338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7012455" y="1238073"/>
              <a:ext cx="113411" cy="14713"/>
            </a:xfrm>
            <a:custGeom>
              <a:rect b="b" l="l" r="r" t="t"/>
              <a:pathLst>
                <a:path extrusionOk="0" h="14713" w="113411">
                  <a:moveTo>
                    <a:pt x="0" y="0"/>
                  </a:moveTo>
                  <a:lnTo>
                    <a:pt x="113412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7012455" y="1310066"/>
              <a:ext cx="113411" cy="14713"/>
            </a:xfrm>
            <a:custGeom>
              <a:rect b="b" l="l" r="r" t="t"/>
              <a:pathLst>
                <a:path extrusionOk="0" h="14713" w="113411">
                  <a:moveTo>
                    <a:pt x="0" y="0"/>
                  </a:moveTo>
                  <a:lnTo>
                    <a:pt x="113412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7012455" y="1382059"/>
              <a:ext cx="74244" cy="14713"/>
            </a:xfrm>
            <a:custGeom>
              <a:rect b="b" l="l" r="r" t="t"/>
              <a:pathLst>
                <a:path extrusionOk="0" h="14713" w="74244">
                  <a:moveTo>
                    <a:pt x="0" y="0"/>
                  </a:moveTo>
                  <a:lnTo>
                    <a:pt x="74245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7125867" y="1098912"/>
              <a:ext cx="266873" cy="378108"/>
            </a:xfrm>
            <a:custGeom>
              <a:rect b="b" l="l" r="r" t="t"/>
              <a:pathLst>
                <a:path extrusionOk="0" h="378108" w="266873">
                  <a:moveTo>
                    <a:pt x="219845" y="-92"/>
                  </a:moveTo>
                  <a:lnTo>
                    <a:pt x="46785" y="-92"/>
                  </a:lnTo>
                  <a:cubicBezTo>
                    <a:pt x="20874" y="-92"/>
                    <a:pt x="-122" y="20909"/>
                    <a:pt x="-122" y="46815"/>
                  </a:cubicBezTo>
                  <a:lnTo>
                    <a:pt x="-122" y="236148"/>
                  </a:lnTo>
                  <a:cubicBezTo>
                    <a:pt x="-122" y="262059"/>
                    <a:pt x="20874" y="283055"/>
                    <a:pt x="46785" y="283055"/>
                  </a:cubicBezTo>
                  <a:lnTo>
                    <a:pt x="124884" y="283055"/>
                  </a:lnTo>
                  <a:lnTo>
                    <a:pt x="219845" y="378016"/>
                  </a:lnTo>
                  <a:lnTo>
                    <a:pt x="219845" y="283114"/>
                  </a:lnTo>
                  <a:cubicBezTo>
                    <a:pt x="245756" y="283114"/>
                    <a:pt x="266752" y="262118"/>
                    <a:pt x="266752" y="236207"/>
                  </a:cubicBezTo>
                  <a:lnTo>
                    <a:pt x="266752" y="46815"/>
                  </a:lnTo>
                  <a:cubicBezTo>
                    <a:pt x="266752" y="20909"/>
                    <a:pt x="245756" y="-92"/>
                    <a:pt x="219845" y="-9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7187914" y="1168493"/>
              <a:ext cx="142780" cy="14713"/>
            </a:xfrm>
            <a:custGeom>
              <a:rect b="b" l="l" r="r" t="t"/>
              <a:pathLst>
                <a:path extrusionOk="0" h="14713" w="142780">
                  <a:moveTo>
                    <a:pt x="0" y="0"/>
                  </a:moveTo>
                  <a:lnTo>
                    <a:pt x="14278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7187914" y="1240501"/>
              <a:ext cx="142780" cy="14713"/>
            </a:xfrm>
            <a:custGeom>
              <a:rect b="b" l="l" r="r" t="t"/>
              <a:pathLst>
                <a:path extrusionOk="0" h="14713" w="142780">
                  <a:moveTo>
                    <a:pt x="0" y="0"/>
                  </a:moveTo>
                  <a:lnTo>
                    <a:pt x="14278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7187914" y="1312494"/>
              <a:ext cx="86736" cy="14713"/>
            </a:xfrm>
            <a:custGeom>
              <a:rect b="b" l="l" r="r" t="t"/>
              <a:pathLst>
                <a:path extrusionOk="0" h="14713" w="86736">
                  <a:moveTo>
                    <a:pt x="0" y="0"/>
                  </a:moveTo>
                  <a:lnTo>
                    <a:pt x="86736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p65"/>
          <p:cNvGrpSpPr/>
          <p:nvPr/>
        </p:nvGrpSpPr>
        <p:grpSpPr>
          <a:xfrm>
            <a:off x="14435541" y="1700817"/>
            <a:ext cx="576349" cy="566073"/>
            <a:chOff x="9623694" y="1133878"/>
            <a:chExt cx="384233" cy="377382"/>
          </a:xfrm>
        </p:grpSpPr>
        <p:grpSp>
          <p:nvGrpSpPr>
            <p:cNvPr id="553" name="Google Shape;553;p65"/>
            <p:cNvGrpSpPr/>
            <p:nvPr/>
          </p:nvGrpSpPr>
          <p:grpSpPr>
            <a:xfrm>
              <a:off x="9671720" y="1133878"/>
              <a:ext cx="336207" cy="213707"/>
              <a:chOff x="9671720" y="1133878"/>
              <a:chExt cx="336207" cy="213707"/>
            </a:xfrm>
          </p:grpSpPr>
          <p:sp>
            <p:nvSpPr>
              <p:cNvPr id="554" name="Google Shape;554;p65"/>
              <p:cNvSpPr/>
              <p:nvPr/>
            </p:nvSpPr>
            <p:spPr>
              <a:xfrm>
                <a:off x="9671720" y="1133878"/>
                <a:ext cx="336207" cy="213707"/>
              </a:xfrm>
              <a:custGeom>
                <a:rect b="b" l="l" r="r" t="t"/>
                <a:pathLst>
                  <a:path extrusionOk="0" h="213707" w="336207">
                    <a:moveTo>
                      <a:pt x="165096" y="56976"/>
                    </a:moveTo>
                    <a:cubicBezTo>
                      <a:pt x="227997" y="56770"/>
                      <a:pt x="279171" y="107590"/>
                      <a:pt x="279376" y="170490"/>
                    </a:cubicBezTo>
                    <a:cubicBezTo>
                      <a:pt x="279406" y="180246"/>
                      <a:pt x="278185" y="189971"/>
                      <a:pt x="275742" y="199417"/>
                    </a:cubicBezTo>
                    <a:lnTo>
                      <a:pt x="330579" y="213616"/>
                    </a:lnTo>
                    <a:cubicBezTo>
                      <a:pt x="354253" y="122289"/>
                      <a:pt x="299402" y="29079"/>
                      <a:pt x="208074" y="5412"/>
                    </a:cubicBezTo>
                    <a:cubicBezTo>
                      <a:pt x="116762" y="-18255"/>
                      <a:pt x="23537" y="36588"/>
                      <a:pt x="-122" y="127910"/>
                    </a:cubicBezTo>
                    <a:lnTo>
                      <a:pt x="54716" y="142123"/>
                    </a:lnTo>
                    <a:cubicBezTo>
                      <a:pt x="67913" y="91964"/>
                      <a:pt x="113231" y="57005"/>
                      <a:pt x="165096" y="56976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5"/>
              <p:cNvSpPr/>
              <p:nvPr/>
            </p:nvSpPr>
            <p:spPr>
              <a:xfrm>
                <a:off x="9726586" y="1190945"/>
                <a:ext cx="224687" cy="142442"/>
              </a:xfrm>
              <a:custGeom>
                <a:rect b="b" l="l" r="r" t="t"/>
                <a:pathLst>
                  <a:path extrusionOk="0" h="142442" w="224687">
                    <a:moveTo>
                      <a:pt x="110230" y="-92"/>
                    </a:moveTo>
                    <a:cubicBezTo>
                      <a:pt x="58380" y="-47"/>
                      <a:pt x="13077" y="34912"/>
                      <a:pt x="-122" y="85056"/>
                    </a:cubicBezTo>
                    <a:lnTo>
                      <a:pt x="220906" y="142350"/>
                    </a:lnTo>
                    <a:cubicBezTo>
                      <a:pt x="236664" y="81451"/>
                      <a:pt x="200086" y="19301"/>
                      <a:pt x="139186" y="3543"/>
                    </a:cubicBezTo>
                    <a:cubicBezTo>
                      <a:pt x="129741" y="1100"/>
                      <a:pt x="120015" y="-121"/>
                      <a:pt x="110260" y="-92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6" name="Google Shape;556;p65"/>
            <p:cNvGrpSpPr/>
            <p:nvPr/>
          </p:nvGrpSpPr>
          <p:grpSpPr>
            <a:xfrm>
              <a:off x="9623694" y="1296942"/>
              <a:ext cx="336498" cy="214318"/>
              <a:chOff x="9623694" y="1296942"/>
              <a:chExt cx="336498" cy="214318"/>
            </a:xfrm>
          </p:grpSpPr>
          <p:sp>
            <p:nvSpPr>
              <p:cNvPr id="557" name="Google Shape;557;p65"/>
              <p:cNvSpPr/>
              <p:nvPr/>
            </p:nvSpPr>
            <p:spPr>
              <a:xfrm>
                <a:off x="9623694" y="1296942"/>
                <a:ext cx="336498" cy="214318"/>
              </a:xfrm>
              <a:custGeom>
                <a:rect b="b" l="l" r="r" t="t"/>
                <a:pathLst>
                  <a:path extrusionOk="0" h="214318" w="336498">
                    <a:moveTo>
                      <a:pt x="170909" y="214225"/>
                    </a:moveTo>
                    <a:cubicBezTo>
                      <a:pt x="248964" y="214166"/>
                      <a:pt x="317058" y="161242"/>
                      <a:pt x="336377" y="85614"/>
                    </a:cubicBezTo>
                    <a:lnTo>
                      <a:pt x="281554" y="71401"/>
                    </a:lnTo>
                    <a:cubicBezTo>
                      <a:pt x="266238" y="132565"/>
                      <a:pt x="204235" y="169746"/>
                      <a:pt x="143070" y="154429"/>
                    </a:cubicBezTo>
                    <a:cubicBezTo>
                      <a:pt x="81892" y="139113"/>
                      <a:pt x="44726" y="77110"/>
                      <a:pt x="60042" y="15946"/>
                    </a:cubicBezTo>
                    <a:cubicBezTo>
                      <a:pt x="60189" y="15328"/>
                      <a:pt x="60351" y="14724"/>
                      <a:pt x="60513" y="14107"/>
                    </a:cubicBezTo>
                    <a:lnTo>
                      <a:pt x="5691" y="-92"/>
                    </a:lnTo>
                    <a:cubicBezTo>
                      <a:pt x="-18587" y="90808"/>
                      <a:pt x="35411" y="184180"/>
                      <a:pt x="126312" y="208458"/>
                    </a:cubicBezTo>
                    <a:cubicBezTo>
                      <a:pt x="140849" y="212342"/>
                      <a:pt x="155857" y="214284"/>
                      <a:pt x="170909" y="214225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65"/>
              <p:cNvSpPr/>
              <p:nvPr/>
            </p:nvSpPr>
            <p:spPr>
              <a:xfrm>
                <a:off x="9680459" y="1311140"/>
                <a:ext cx="224925" cy="143398"/>
              </a:xfrm>
              <a:custGeom>
                <a:rect b="b" l="l" r="r" t="t"/>
                <a:pathLst>
                  <a:path extrusionOk="0" h="143398" w="224925">
                    <a:moveTo>
                      <a:pt x="-121" y="29041"/>
                    </a:moveTo>
                    <a:cubicBezTo>
                      <a:pt x="-137" y="92118"/>
                      <a:pt x="50978" y="143276"/>
                      <a:pt x="114055" y="143306"/>
                    </a:cubicBezTo>
                    <a:cubicBezTo>
                      <a:pt x="166332" y="143321"/>
                      <a:pt x="211930" y="107861"/>
                      <a:pt x="224804" y="57202"/>
                    </a:cubicBezTo>
                    <a:lnTo>
                      <a:pt x="3763" y="-92"/>
                    </a:lnTo>
                    <a:cubicBezTo>
                      <a:pt x="1217" y="9413"/>
                      <a:pt x="-93" y="19197"/>
                      <a:pt x="-121" y="29041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9" name="Google Shape;559;p65"/>
          <p:cNvGrpSpPr/>
          <p:nvPr/>
        </p:nvGrpSpPr>
        <p:grpSpPr>
          <a:xfrm>
            <a:off x="6476465" y="1688625"/>
            <a:ext cx="629024" cy="591020"/>
            <a:chOff x="4317643" y="1125750"/>
            <a:chExt cx="419349" cy="394013"/>
          </a:xfrm>
        </p:grpSpPr>
        <p:sp>
          <p:nvSpPr>
            <p:cNvPr id="560" name="Google Shape;560;p65"/>
            <p:cNvSpPr/>
            <p:nvPr/>
          </p:nvSpPr>
          <p:spPr>
            <a:xfrm>
              <a:off x="4317643" y="1374703"/>
              <a:ext cx="86647" cy="145060"/>
            </a:xfrm>
            <a:custGeom>
              <a:rect b="b" l="l" r="r" t="t"/>
              <a:pathLst>
                <a:path extrusionOk="0" h="145060" w="86647">
                  <a:moveTo>
                    <a:pt x="0" y="0"/>
                  </a:moveTo>
                  <a:lnTo>
                    <a:pt x="86648" y="0"/>
                  </a:lnTo>
                  <a:lnTo>
                    <a:pt x="86648" y="145061"/>
                  </a:lnTo>
                  <a:lnTo>
                    <a:pt x="0" y="145061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4461939" y="1284538"/>
              <a:ext cx="86647" cy="235225"/>
            </a:xfrm>
            <a:custGeom>
              <a:rect b="b" l="l" r="r" t="t"/>
              <a:pathLst>
                <a:path extrusionOk="0" h="235225" w="86647">
                  <a:moveTo>
                    <a:pt x="0" y="0"/>
                  </a:moveTo>
                  <a:lnTo>
                    <a:pt x="86648" y="0"/>
                  </a:lnTo>
                  <a:lnTo>
                    <a:pt x="86648" y="235225"/>
                  </a:lnTo>
                  <a:lnTo>
                    <a:pt x="0" y="235225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4562152" y="1125750"/>
              <a:ext cx="174840" cy="394013"/>
            </a:xfrm>
            <a:custGeom>
              <a:rect b="b" l="l" r="r" t="t"/>
              <a:pathLst>
                <a:path extrusionOk="0" h="394013" w="174840">
                  <a:moveTo>
                    <a:pt x="174841" y="91783"/>
                  </a:moveTo>
                  <a:lnTo>
                    <a:pt x="87413" y="0"/>
                  </a:lnTo>
                  <a:lnTo>
                    <a:pt x="0" y="91783"/>
                  </a:lnTo>
                  <a:lnTo>
                    <a:pt x="44096" y="91783"/>
                  </a:lnTo>
                  <a:lnTo>
                    <a:pt x="44096" y="394014"/>
                  </a:lnTo>
                  <a:lnTo>
                    <a:pt x="130744" y="394014"/>
                  </a:lnTo>
                  <a:lnTo>
                    <a:pt x="130744" y="91783"/>
                  </a:lnTo>
                  <a:lnTo>
                    <a:pt x="174841" y="91783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65"/>
          <p:cNvGrpSpPr/>
          <p:nvPr/>
        </p:nvGrpSpPr>
        <p:grpSpPr>
          <a:xfrm>
            <a:off x="8394351" y="1664082"/>
            <a:ext cx="759681" cy="640104"/>
            <a:chOff x="5596234" y="1109388"/>
            <a:chExt cx="506454" cy="426736"/>
          </a:xfrm>
        </p:grpSpPr>
        <p:sp>
          <p:nvSpPr>
            <p:cNvPr id="564" name="Google Shape;564;p65"/>
            <p:cNvSpPr/>
            <p:nvPr/>
          </p:nvSpPr>
          <p:spPr>
            <a:xfrm>
              <a:off x="5733055" y="1173613"/>
              <a:ext cx="369633" cy="195792"/>
            </a:xfrm>
            <a:custGeom>
              <a:rect b="b" l="l" r="r" t="t"/>
              <a:pathLst>
                <a:path extrusionOk="0" h="195792" w="369633">
                  <a:moveTo>
                    <a:pt x="0" y="0"/>
                  </a:moveTo>
                  <a:lnTo>
                    <a:pt x="369633" y="0"/>
                  </a:lnTo>
                  <a:lnTo>
                    <a:pt x="329510" y="195793"/>
                  </a:lnTo>
                  <a:lnTo>
                    <a:pt x="46259" y="195793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5596234" y="1109388"/>
              <a:ext cx="454398" cy="333187"/>
            </a:xfrm>
            <a:custGeom>
              <a:rect b="b" l="l" r="r" t="t"/>
              <a:pathLst>
                <a:path extrusionOk="0" h="333187" w="454398">
                  <a:moveTo>
                    <a:pt x="454277" y="333096"/>
                  </a:moveTo>
                  <a:lnTo>
                    <a:pt x="254864" y="333096"/>
                  </a:lnTo>
                  <a:cubicBezTo>
                    <a:pt x="218316" y="333066"/>
                    <a:pt x="186623" y="307847"/>
                    <a:pt x="178354" y="272255"/>
                  </a:cubicBezTo>
                  <a:lnTo>
                    <a:pt x="132050" y="64118"/>
                  </a:lnTo>
                  <a:cubicBezTo>
                    <a:pt x="123119" y="28192"/>
                    <a:pt x="91927" y="2205"/>
                    <a:pt x="54981" y="-92"/>
                  </a:cubicBezTo>
                  <a:lnTo>
                    <a:pt x="-122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5823470" y="1484186"/>
              <a:ext cx="51938" cy="51938"/>
            </a:xfrm>
            <a:custGeom>
              <a:rect b="b" l="l" r="r" t="t"/>
              <a:pathLst>
                <a:path extrusionOk="0" h="51938" w="51938">
                  <a:moveTo>
                    <a:pt x="51939" y="25969"/>
                  </a:moveTo>
                  <a:cubicBezTo>
                    <a:pt x="51939" y="40312"/>
                    <a:pt x="40312" y="51939"/>
                    <a:pt x="25969" y="51939"/>
                  </a:cubicBezTo>
                  <a:cubicBezTo>
                    <a:pt x="11627" y="51939"/>
                    <a:pt x="0" y="40312"/>
                    <a:pt x="0" y="25969"/>
                  </a:cubicBezTo>
                  <a:cubicBezTo>
                    <a:pt x="0" y="11627"/>
                    <a:pt x="11627" y="0"/>
                    <a:pt x="25969" y="0"/>
                  </a:cubicBezTo>
                  <a:cubicBezTo>
                    <a:pt x="40312" y="0"/>
                    <a:pt x="51939" y="11627"/>
                    <a:pt x="51939" y="25969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5984024" y="1484186"/>
              <a:ext cx="51938" cy="51938"/>
            </a:xfrm>
            <a:custGeom>
              <a:rect b="b" l="l" r="r" t="t"/>
              <a:pathLst>
                <a:path extrusionOk="0" h="51938" w="51938">
                  <a:moveTo>
                    <a:pt x="51939" y="25969"/>
                  </a:moveTo>
                  <a:cubicBezTo>
                    <a:pt x="51939" y="40312"/>
                    <a:pt x="40312" y="51939"/>
                    <a:pt x="25969" y="51939"/>
                  </a:cubicBezTo>
                  <a:cubicBezTo>
                    <a:pt x="11627" y="51939"/>
                    <a:pt x="0" y="40312"/>
                    <a:pt x="0" y="25969"/>
                  </a:cubicBezTo>
                  <a:cubicBezTo>
                    <a:pt x="0" y="11627"/>
                    <a:pt x="11627" y="0"/>
                    <a:pt x="25969" y="0"/>
                  </a:cubicBezTo>
                  <a:cubicBezTo>
                    <a:pt x="40312" y="0"/>
                    <a:pt x="51939" y="11627"/>
                    <a:pt x="51939" y="25969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5757435" y="1270943"/>
              <a:ext cx="321034" cy="14713"/>
            </a:xfrm>
            <a:custGeom>
              <a:rect b="b" l="l" r="r" t="t"/>
              <a:pathLst>
                <a:path extrusionOk="0" h="14713" w="321034">
                  <a:moveTo>
                    <a:pt x="0" y="0"/>
                  </a:moveTo>
                  <a:lnTo>
                    <a:pt x="321034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9" name="Google Shape;569;p65"/>
            <p:cNvGrpSpPr/>
            <p:nvPr/>
          </p:nvGrpSpPr>
          <p:grpSpPr>
            <a:xfrm>
              <a:off x="5729318" y="1173613"/>
              <a:ext cx="373369" cy="193071"/>
              <a:chOff x="5729318" y="1173613"/>
              <a:chExt cx="373369" cy="193071"/>
            </a:xfrm>
          </p:grpSpPr>
          <p:sp>
            <p:nvSpPr>
              <p:cNvPr id="570" name="Google Shape;570;p65"/>
              <p:cNvSpPr/>
              <p:nvPr/>
            </p:nvSpPr>
            <p:spPr>
              <a:xfrm>
                <a:off x="5729318" y="1175217"/>
                <a:ext cx="42566" cy="191467"/>
              </a:xfrm>
              <a:custGeom>
                <a:rect b="b" l="l" r="r" t="t"/>
                <a:pathLst>
                  <a:path extrusionOk="0" h="191467" w="42566">
                    <a:moveTo>
                      <a:pt x="0" y="0"/>
                    </a:moveTo>
                    <a:lnTo>
                      <a:pt x="42566" y="191467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65"/>
              <p:cNvSpPr/>
              <p:nvPr/>
            </p:nvSpPr>
            <p:spPr>
              <a:xfrm>
                <a:off x="5853779" y="1174687"/>
                <a:ext cx="15287" cy="190599"/>
              </a:xfrm>
              <a:custGeom>
                <a:rect b="b" l="l" r="r" t="t"/>
                <a:pathLst>
                  <a:path extrusionOk="0" h="190599" w="15287">
                    <a:moveTo>
                      <a:pt x="0" y="0"/>
                    </a:moveTo>
                    <a:lnTo>
                      <a:pt x="15287" y="190599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65"/>
              <p:cNvSpPr/>
              <p:nvPr/>
            </p:nvSpPr>
            <p:spPr>
              <a:xfrm>
                <a:off x="5966250" y="1174143"/>
                <a:ext cx="11991" cy="189730"/>
              </a:xfrm>
              <a:custGeom>
                <a:rect b="b" l="l" r="r" t="t"/>
                <a:pathLst>
                  <a:path extrusionOk="0" h="189730" w="11991">
                    <a:moveTo>
                      <a:pt x="11992" y="0"/>
                    </a:moveTo>
                    <a:lnTo>
                      <a:pt x="0" y="189731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65"/>
              <p:cNvSpPr/>
              <p:nvPr/>
            </p:nvSpPr>
            <p:spPr>
              <a:xfrm>
                <a:off x="6063432" y="1173613"/>
                <a:ext cx="39255" cy="188862"/>
              </a:xfrm>
              <a:custGeom>
                <a:rect b="b" l="l" r="r" t="t"/>
                <a:pathLst>
                  <a:path extrusionOk="0" h="188862" w="39255">
                    <a:moveTo>
                      <a:pt x="39256" y="0"/>
                    </a:moveTo>
                    <a:lnTo>
                      <a:pt x="0" y="188863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4" name="Google Shape;574;p65"/>
          <p:cNvGrpSpPr/>
          <p:nvPr/>
        </p:nvGrpSpPr>
        <p:grpSpPr>
          <a:xfrm>
            <a:off x="16454862" y="1715396"/>
            <a:ext cx="504212" cy="537603"/>
            <a:chOff x="10969908" y="1143597"/>
            <a:chExt cx="336141" cy="358402"/>
          </a:xfrm>
        </p:grpSpPr>
        <p:sp>
          <p:nvSpPr>
            <p:cNvPr id="575" name="Google Shape;575;p65"/>
            <p:cNvSpPr/>
            <p:nvPr/>
          </p:nvSpPr>
          <p:spPr>
            <a:xfrm>
              <a:off x="10990552" y="1185325"/>
              <a:ext cx="315497" cy="316674"/>
            </a:xfrm>
            <a:custGeom>
              <a:rect b="b" l="l" r="r" t="t"/>
              <a:pathLst>
                <a:path extrusionOk="0" h="316674" w="315497">
                  <a:moveTo>
                    <a:pt x="-122" y="177574"/>
                  </a:moveTo>
                  <a:cubicBezTo>
                    <a:pt x="10561" y="264369"/>
                    <a:pt x="89572" y="326063"/>
                    <a:pt x="176353" y="315381"/>
                  </a:cubicBezTo>
                  <a:cubicBezTo>
                    <a:pt x="263148" y="304713"/>
                    <a:pt x="324856" y="225702"/>
                    <a:pt x="314175" y="138907"/>
                  </a:cubicBezTo>
                  <a:cubicBezTo>
                    <a:pt x="304405" y="59542"/>
                    <a:pt x="237002" y="-88"/>
                    <a:pt x="157033" y="-92"/>
                  </a:cubicBezTo>
                  <a:lnTo>
                    <a:pt x="93074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11095341" y="1291233"/>
              <a:ext cx="104730" cy="104730"/>
            </a:xfrm>
            <a:custGeom>
              <a:rect b="b" l="l" r="r" t="t"/>
              <a:pathLst>
                <a:path extrusionOk="0" h="104730" w="104730">
                  <a:moveTo>
                    <a:pt x="104731" y="52365"/>
                  </a:moveTo>
                  <a:cubicBezTo>
                    <a:pt x="104731" y="81286"/>
                    <a:pt x="81285" y="104731"/>
                    <a:pt x="52365" y="104731"/>
                  </a:cubicBezTo>
                  <a:cubicBezTo>
                    <a:pt x="23444" y="104731"/>
                    <a:pt x="-1" y="81286"/>
                    <a:pt x="-1" y="52365"/>
                  </a:cubicBezTo>
                  <a:cubicBezTo>
                    <a:pt x="-1" y="23445"/>
                    <a:pt x="23444" y="0"/>
                    <a:pt x="52365" y="0"/>
                  </a:cubicBezTo>
                  <a:cubicBezTo>
                    <a:pt x="81285" y="0"/>
                    <a:pt x="104731" y="23445"/>
                    <a:pt x="104731" y="52365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11147707" y="1259628"/>
              <a:ext cx="14713" cy="167940"/>
            </a:xfrm>
            <a:custGeom>
              <a:rect b="b" l="l" r="r" t="t"/>
              <a:pathLst>
                <a:path extrusionOk="0" h="167940" w="14713">
                  <a:moveTo>
                    <a:pt x="0" y="0"/>
                  </a:moveTo>
                  <a:lnTo>
                    <a:pt x="0" y="16794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11063737" y="1343598"/>
              <a:ext cx="167940" cy="14713"/>
            </a:xfrm>
            <a:custGeom>
              <a:rect b="b" l="l" r="r" t="t"/>
              <a:pathLst>
                <a:path extrusionOk="0" h="14713" w="167940">
                  <a:moveTo>
                    <a:pt x="16794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11083747" y="1143597"/>
              <a:ext cx="41669" cy="83352"/>
            </a:xfrm>
            <a:custGeom>
              <a:rect b="b" l="l" r="r" t="t"/>
              <a:pathLst>
                <a:path extrusionOk="0" h="83352" w="41669">
                  <a:moveTo>
                    <a:pt x="41669" y="83352"/>
                  </a:moveTo>
                  <a:lnTo>
                    <a:pt x="0" y="41669"/>
                  </a:lnTo>
                  <a:lnTo>
                    <a:pt x="41669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10969908" y="1324118"/>
              <a:ext cx="38961" cy="38961"/>
            </a:xfrm>
            <a:custGeom>
              <a:rect b="b" l="l" r="r" t="t"/>
              <a:pathLst>
                <a:path extrusionOk="0" h="38961" w="38961">
                  <a:moveTo>
                    <a:pt x="38961" y="19481"/>
                  </a:moveTo>
                  <a:cubicBezTo>
                    <a:pt x="38961" y="30240"/>
                    <a:pt x="30239" y="38961"/>
                    <a:pt x="19481" y="38961"/>
                  </a:cubicBezTo>
                  <a:cubicBezTo>
                    <a:pt x="8722" y="38961"/>
                    <a:pt x="1" y="30240"/>
                    <a:pt x="1" y="19481"/>
                  </a:cubicBezTo>
                  <a:cubicBezTo>
                    <a:pt x="1" y="8722"/>
                    <a:pt x="8722" y="0"/>
                    <a:pt x="19481" y="0"/>
                  </a:cubicBezTo>
                  <a:cubicBezTo>
                    <a:pt x="30239" y="0"/>
                    <a:pt x="38961" y="8722"/>
                    <a:pt x="38961" y="19481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65"/>
          <p:cNvGrpSpPr/>
          <p:nvPr/>
        </p:nvGrpSpPr>
        <p:grpSpPr>
          <a:xfrm>
            <a:off x="12425136" y="1758213"/>
            <a:ext cx="630834" cy="451843"/>
            <a:chOff x="8283424" y="1172142"/>
            <a:chExt cx="420556" cy="301229"/>
          </a:xfrm>
        </p:grpSpPr>
        <p:sp>
          <p:nvSpPr>
            <p:cNvPr id="582" name="Google Shape;582;p65"/>
            <p:cNvSpPr/>
            <p:nvPr/>
          </p:nvSpPr>
          <p:spPr>
            <a:xfrm>
              <a:off x="8283424" y="1360416"/>
              <a:ext cx="420556" cy="112955"/>
            </a:xfrm>
            <a:custGeom>
              <a:rect b="b" l="l" r="r" t="t"/>
              <a:pathLst>
                <a:path extrusionOk="0" h="112955" w="420556">
                  <a:moveTo>
                    <a:pt x="105143" y="0"/>
                  </a:moveTo>
                  <a:lnTo>
                    <a:pt x="0" y="37652"/>
                  </a:lnTo>
                  <a:lnTo>
                    <a:pt x="210286" y="112956"/>
                  </a:lnTo>
                  <a:lnTo>
                    <a:pt x="420557" y="37652"/>
                  </a:lnTo>
                  <a:lnTo>
                    <a:pt x="315414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8283424" y="1285097"/>
              <a:ext cx="420556" cy="112970"/>
            </a:xfrm>
            <a:custGeom>
              <a:rect b="b" l="l" r="r" t="t"/>
              <a:pathLst>
                <a:path extrusionOk="0" h="112970" w="420556">
                  <a:moveTo>
                    <a:pt x="105143" y="0"/>
                  </a:moveTo>
                  <a:lnTo>
                    <a:pt x="0" y="37667"/>
                  </a:lnTo>
                  <a:lnTo>
                    <a:pt x="210286" y="112970"/>
                  </a:lnTo>
                  <a:lnTo>
                    <a:pt x="420557" y="37667"/>
                  </a:lnTo>
                  <a:lnTo>
                    <a:pt x="316767" y="486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8283424" y="1172142"/>
              <a:ext cx="420556" cy="150622"/>
            </a:xfrm>
            <a:custGeom>
              <a:rect b="b" l="l" r="r" t="t"/>
              <a:pathLst>
                <a:path extrusionOk="0" h="150622" w="420556">
                  <a:moveTo>
                    <a:pt x="317165" y="112338"/>
                  </a:moveTo>
                  <a:lnTo>
                    <a:pt x="420557" y="75304"/>
                  </a:lnTo>
                  <a:lnTo>
                    <a:pt x="210286" y="0"/>
                  </a:lnTo>
                  <a:lnTo>
                    <a:pt x="0" y="75304"/>
                  </a:lnTo>
                  <a:lnTo>
                    <a:pt x="210286" y="150622"/>
                  </a:lnTo>
                  <a:lnTo>
                    <a:pt x="317165" y="112338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" name="Google Shape;585;p65"/>
          <p:cNvGrpSpPr/>
          <p:nvPr/>
        </p:nvGrpSpPr>
        <p:grpSpPr>
          <a:xfrm>
            <a:off x="4405146" y="3271506"/>
            <a:ext cx="805322" cy="824103"/>
            <a:chOff x="2936764" y="2181004"/>
            <a:chExt cx="536881" cy="549402"/>
          </a:xfrm>
        </p:grpSpPr>
        <p:sp>
          <p:nvSpPr>
            <p:cNvPr id="586" name="Google Shape;586;p65"/>
            <p:cNvSpPr/>
            <p:nvPr/>
          </p:nvSpPr>
          <p:spPr>
            <a:xfrm>
              <a:off x="3115092" y="2181004"/>
              <a:ext cx="144369" cy="144369"/>
            </a:xfrm>
            <a:custGeom>
              <a:rect b="b" l="l" r="r" t="t"/>
              <a:pathLst>
                <a:path extrusionOk="0" h="144369" w="144369">
                  <a:moveTo>
                    <a:pt x="144369" y="72185"/>
                  </a:moveTo>
                  <a:cubicBezTo>
                    <a:pt x="144369" y="112051"/>
                    <a:pt x="112051" y="144369"/>
                    <a:pt x="72185" y="144369"/>
                  </a:cubicBezTo>
                  <a:cubicBezTo>
                    <a:pt x="32318" y="144369"/>
                    <a:pt x="0" y="112051"/>
                    <a:pt x="0" y="72185"/>
                  </a:cubicBezTo>
                  <a:cubicBezTo>
                    <a:pt x="0" y="32318"/>
                    <a:pt x="32318" y="0"/>
                    <a:pt x="72185" y="0"/>
                  </a:cubicBezTo>
                  <a:cubicBezTo>
                    <a:pt x="112051" y="0"/>
                    <a:pt x="144369" y="32318"/>
                    <a:pt x="144369" y="72185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3384540" y="2530141"/>
              <a:ext cx="89105" cy="56889"/>
            </a:xfrm>
            <a:custGeom>
              <a:rect b="b" l="l" r="r" t="t"/>
              <a:pathLst>
                <a:path extrusionOk="0" h="56889" w="89105">
                  <a:moveTo>
                    <a:pt x="-122" y="-92"/>
                  </a:moveTo>
                  <a:cubicBezTo>
                    <a:pt x="33322" y="-92"/>
                    <a:pt x="61911" y="18712"/>
                    <a:pt x="61911" y="37928"/>
                  </a:cubicBezTo>
                  <a:cubicBezTo>
                    <a:pt x="62205" y="48051"/>
                    <a:pt x="54215" y="56496"/>
                    <a:pt x="44093" y="56790"/>
                  </a:cubicBezTo>
                  <a:cubicBezTo>
                    <a:pt x="33955" y="57070"/>
                    <a:pt x="25510" y="49095"/>
                    <a:pt x="25230" y="38972"/>
                  </a:cubicBezTo>
                  <a:cubicBezTo>
                    <a:pt x="25215" y="38619"/>
                    <a:pt x="25215" y="38281"/>
                    <a:pt x="25230" y="37928"/>
                  </a:cubicBezTo>
                  <a:cubicBezTo>
                    <a:pt x="25230" y="19992"/>
                    <a:pt x="44357" y="12017"/>
                    <a:pt x="74373" y="12017"/>
                  </a:cubicBezTo>
                  <a:lnTo>
                    <a:pt x="88984" y="12017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3121154" y="2416661"/>
              <a:ext cx="114221" cy="7322"/>
            </a:xfrm>
            <a:custGeom>
              <a:rect b="b" l="l" r="r" t="t"/>
              <a:pathLst>
                <a:path extrusionOk="0" h="7322" w="114221">
                  <a:moveTo>
                    <a:pt x="114100" y="5759"/>
                  </a:moveTo>
                  <a:cubicBezTo>
                    <a:pt x="76418" y="-2510"/>
                    <a:pt x="37339" y="-2010"/>
                    <a:pt x="-122" y="7230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936764" y="2355608"/>
              <a:ext cx="448012" cy="374798"/>
            </a:xfrm>
            <a:custGeom>
              <a:rect b="b" l="l" r="r" t="t"/>
              <a:pathLst>
                <a:path extrusionOk="0" h="374798" w="448012">
                  <a:moveTo>
                    <a:pt x="244888" y="24672"/>
                  </a:moveTo>
                  <a:cubicBezTo>
                    <a:pt x="212798" y="24554"/>
                    <a:pt x="181002" y="30749"/>
                    <a:pt x="151295" y="42887"/>
                  </a:cubicBezTo>
                  <a:lnTo>
                    <a:pt x="79817" y="454"/>
                  </a:lnTo>
                  <a:cubicBezTo>
                    <a:pt x="77978" y="-635"/>
                    <a:pt x="75609" y="-47"/>
                    <a:pt x="74505" y="1793"/>
                  </a:cubicBezTo>
                  <a:cubicBezTo>
                    <a:pt x="74020" y="2617"/>
                    <a:pt x="73858" y="3573"/>
                    <a:pt x="74035" y="4515"/>
                  </a:cubicBezTo>
                  <a:lnTo>
                    <a:pt x="89042" y="82599"/>
                  </a:lnTo>
                  <a:lnTo>
                    <a:pt x="89661" y="82378"/>
                  </a:lnTo>
                  <a:cubicBezTo>
                    <a:pt x="75491" y="95547"/>
                    <a:pt x="63868" y="111202"/>
                    <a:pt x="55378" y="128579"/>
                  </a:cubicBezTo>
                  <a:lnTo>
                    <a:pt x="18682" y="134891"/>
                  </a:lnTo>
                  <a:cubicBezTo>
                    <a:pt x="7809" y="136760"/>
                    <a:pt x="-122" y="146191"/>
                    <a:pt x="-122" y="157211"/>
                  </a:cubicBezTo>
                  <a:lnTo>
                    <a:pt x="-122" y="210268"/>
                  </a:lnTo>
                  <a:cubicBezTo>
                    <a:pt x="-122" y="221289"/>
                    <a:pt x="7809" y="230720"/>
                    <a:pt x="18682" y="232589"/>
                  </a:cubicBezTo>
                  <a:lnTo>
                    <a:pt x="53995" y="238651"/>
                  </a:lnTo>
                  <a:cubicBezTo>
                    <a:pt x="65104" y="262766"/>
                    <a:pt x="82009" y="283748"/>
                    <a:pt x="103182" y="299756"/>
                  </a:cubicBezTo>
                  <a:lnTo>
                    <a:pt x="114335" y="355329"/>
                  </a:lnTo>
                  <a:cubicBezTo>
                    <a:pt x="116586" y="366600"/>
                    <a:pt x="126488" y="374707"/>
                    <a:pt x="137980" y="374707"/>
                  </a:cubicBezTo>
                  <a:lnTo>
                    <a:pt x="175941" y="374707"/>
                  </a:lnTo>
                  <a:cubicBezTo>
                    <a:pt x="189271" y="374707"/>
                    <a:pt x="200071" y="363907"/>
                    <a:pt x="200071" y="350577"/>
                  </a:cubicBezTo>
                  <a:lnTo>
                    <a:pt x="200071" y="341528"/>
                  </a:lnTo>
                  <a:cubicBezTo>
                    <a:pt x="230807" y="347178"/>
                    <a:pt x="262324" y="346972"/>
                    <a:pt x="292987" y="340910"/>
                  </a:cubicBezTo>
                  <a:lnTo>
                    <a:pt x="292987" y="350577"/>
                  </a:lnTo>
                  <a:cubicBezTo>
                    <a:pt x="292987" y="363907"/>
                    <a:pt x="303786" y="374707"/>
                    <a:pt x="317117" y="374707"/>
                  </a:cubicBezTo>
                  <a:lnTo>
                    <a:pt x="355078" y="374707"/>
                  </a:lnTo>
                  <a:cubicBezTo>
                    <a:pt x="366569" y="374707"/>
                    <a:pt x="376471" y="366600"/>
                    <a:pt x="378737" y="355329"/>
                  </a:cubicBezTo>
                  <a:lnTo>
                    <a:pt x="390508" y="296828"/>
                  </a:lnTo>
                  <a:cubicBezTo>
                    <a:pt x="425614" y="270270"/>
                    <a:pt x="446743" y="229190"/>
                    <a:pt x="447891" y="185182"/>
                  </a:cubicBezTo>
                  <a:cubicBezTo>
                    <a:pt x="447655" y="96503"/>
                    <a:pt x="356887" y="24672"/>
                    <a:pt x="244888" y="2467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p65"/>
          <p:cNvGrpSpPr/>
          <p:nvPr/>
        </p:nvGrpSpPr>
        <p:grpSpPr>
          <a:xfrm>
            <a:off x="10332189" y="3258330"/>
            <a:ext cx="850346" cy="850346"/>
            <a:chOff x="6888126" y="2172220"/>
            <a:chExt cx="566897" cy="566897"/>
          </a:xfrm>
        </p:grpSpPr>
        <p:grpSp>
          <p:nvGrpSpPr>
            <p:cNvPr id="591" name="Google Shape;591;p65"/>
            <p:cNvGrpSpPr/>
            <p:nvPr/>
          </p:nvGrpSpPr>
          <p:grpSpPr>
            <a:xfrm>
              <a:off x="6888126" y="2172220"/>
              <a:ext cx="566897" cy="566897"/>
              <a:chOff x="6888126" y="2172220"/>
              <a:chExt cx="566897" cy="566897"/>
            </a:xfrm>
          </p:grpSpPr>
          <p:grpSp>
            <p:nvGrpSpPr>
              <p:cNvPr id="592" name="Google Shape;592;p65"/>
              <p:cNvGrpSpPr/>
              <p:nvPr/>
            </p:nvGrpSpPr>
            <p:grpSpPr>
              <a:xfrm>
                <a:off x="7015736" y="2276921"/>
                <a:ext cx="308572" cy="357510"/>
                <a:chOff x="7015736" y="2276921"/>
                <a:chExt cx="308572" cy="357510"/>
              </a:xfrm>
            </p:grpSpPr>
            <p:sp>
              <p:nvSpPr>
                <p:cNvPr id="593" name="Google Shape;593;p65"/>
                <p:cNvSpPr/>
                <p:nvPr/>
              </p:nvSpPr>
              <p:spPr>
                <a:xfrm>
                  <a:off x="7167962" y="2365379"/>
                  <a:ext cx="156346" cy="269051"/>
                </a:xfrm>
                <a:custGeom>
                  <a:rect b="b" l="l" r="r" t="t"/>
                  <a:pathLst>
                    <a:path extrusionOk="0" h="269051" w="156346">
                      <a:moveTo>
                        <a:pt x="155831" y="0"/>
                      </a:moveTo>
                      <a:lnTo>
                        <a:pt x="156346" y="179078"/>
                      </a:lnTo>
                      <a:lnTo>
                        <a:pt x="500" y="269052"/>
                      </a:lnTo>
                      <a:lnTo>
                        <a:pt x="0" y="89973"/>
                      </a:lnTo>
                      <a:lnTo>
                        <a:pt x="155831" y="0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65"/>
                <p:cNvSpPr/>
                <p:nvPr/>
              </p:nvSpPr>
              <p:spPr>
                <a:xfrm>
                  <a:off x="7015736" y="2366895"/>
                  <a:ext cx="152726" cy="267536"/>
                </a:xfrm>
                <a:custGeom>
                  <a:rect b="b" l="l" r="r" t="t"/>
                  <a:pathLst>
                    <a:path extrusionOk="0" h="267536" w="152726">
                      <a:moveTo>
                        <a:pt x="152726" y="267536"/>
                      </a:moveTo>
                      <a:lnTo>
                        <a:pt x="501" y="179078"/>
                      </a:lnTo>
                      <a:lnTo>
                        <a:pt x="0" y="0"/>
                      </a:lnTo>
                      <a:lnTo>
                        <a:pt x="152226" y="88458"/>
                      </a:lnTo>
                      <a:lnTo>
                        <a:pt x="152726" y="267536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65"/>
                <p:cNvSpPr/>
                <p:nvPr/>
              </p:nvSpPr>
              <p:spPr>
                <a:xfrm>
                  <a:off x="7015736" y="2276921"/>
                  <a:ext cx="308057" cy="178430"/>
                </a:xfrm>
                <a:custGeom>
                  <a:rect b="b" l="l" r="r" t="t"/>
                  <a:pathLst>
                    <a:path extrusionOk="0" h="178430" w="308057">
                      <a:moveTo>
                        <a:pt x="152226" y="178431"/>
                      </a:moveTo>
                      <a:lnTo>
                        <a:pt x="0" y="89973"/>
                      </a:lnTo>
                      <a:lnTo>
                        <a:pt x="155831" y="0"/>
                      </a:lnTo>
                      <a:lnTo>
                        <a:pt x="308057" y="88458"/>
                      </a:lnTo>
                      <a:lnTo>
                        <a:pt x="152226" y="178431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6" name="Google Shape;596;p65"/>
              <p:cNvGrpSpPr/>
              <p:nvPr/>
            </p:nvGrpSpPr>
            <p:grpSpPr>
              <a:xfrm>
                <a:off x="7110977" y="2172220"/>
                <a:ext cx="121195" cy="566897"/>
                <a:chOff x="7110977" y="2172220"/>
                <a:chExt cx="121195" cy="566897"/>
              </a:xfrm>
            </p:grpSpPr>
            <p:sp>
              <p:nvSpPr>
                <p:cNvPr id="597" name="Google Shape;597;p65"/>
                <p:cNvSpPr/>
                <p:nvPr/>
              </p:nvSpPr>
              <p:spPr>
                <a:xfrm>
                  <a:off x="7110977" y="2172220"/>
                  <a:ext cx="121195" cy="34988"/>
                </a:xfrm>
                <a:custGeom>
                  <a:rect b="b" l="l" r="r" t="t"/>
                  <a:pathLst>
                    <a:path extrusionOk="0" h="34988" w="121195">
                      <a:moveTo>
                        <a:pt x="121195" y="34989"/>
                      </a:moveTo>
                      <a:lnTo>
                        <a:pt x="60590" y="0"/>
                      </a:lnTo>
                      <a:lnTo>
                        <a:pt x="0" y="34989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65"/>
                <p:cNvSpPr/>
                <p:nvPr/>
              </p:nvSpPr>
              <p:spPr>
                <a:xfrm>
                  <a:off x="7110977" y="2704129"/>
                  <a:ext cx="121195" cy="34988"/>
                </a:xfrm>
                <a:custGeom>
                  <a:rect b="b" l="l" r="r" t="t"/>
                  <a:pathLst>
                    <a:path extrusionOk="0" h="34988" w="121195">
                      <a:moveTo>
                        <a:pt x="0" y="0"/>
                      </a:moveTo>
                      <a:lnTo>
                        <a:pt x="60590" y="34989"/>
                      </a:lnTo>
                      <a:lnTo>
                        <a:pt x="121195" y="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65"/>
              <p:cNvGrpSpPr/>
              <p:nvPr/>
            </p:nvGrpSpPr>
            <p:grpSpPr>
              <a:xfrm>
                <a:off x="6888126" y="2395071"/>
                <a:ext cx="566897" cy="121210"/>
                <a:chOff x="6888126" y="2395071"/>
                <a:chExt cx="566897" cy="121210"/>
              </a:xfrm>
            </p:grpSpPr>
            <p:sp>
              <p:nvSpPr>
                <p:cNvPr id="600" name="Google Shape;600;p65"/>
                <p:cNvSpPr/>
                <p:nvPr/>
              </p:nvSpPr>
              <p:spPr>
                <a:xfrm>
                  <a:off x="7420035" y="2395071"/>
                  <a:ext cx="34988" cy="121210"/>
                </a:xfrm>
                <a:custGeom>
                  <a:rect b="b" l="l" r="r" t="t"/>
                  <a:pathLst>
                    <a:path extrusionOk="0" h="121210" w="34988">
                      <a:moveTo>
                        <a:pt x="0" y="121210"/>
                      </a:moveTo>
                      <a:lnTo>
                        <a:pt x="34989" y="6060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65"/>
                <p:cNvSpPr/>
                <p:nvPr/>
              </p:nvSpPr>
              <p:spPr>
                <a:xfrm>
                  <a:off x="6888126" y="2395071"/>
                  <a:ext cx="34988" cy="121210"/>
                </a:xfrm>
                <a:custGeom>
                  <a:rect b="b" l="l" r="r" t="t"/>
                  <a:pathLst>
                    <a:path extrusionOk="0" h="121210" w="34988">
                      <a:moveTo>
                        <a:pt x="34989" y="0"/>
                      </a:moveTo>
                      <a:lnTo>
                        <a:pt x="0" y="60605"/>
                      </a:lnTo>
                      <a:lnTo>
                        <a:pt x="34989" y="12121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02" name="Google Shape;602;p65"/>
            <p:cNvSpPr/>
            <p:nvPr/>
          </p:nvSpPr>
          <p:spPr>
            <a:xfrm>
              <a:off x="7099353" y="2321150"/>
              <a:ext cx="152226" cy="88457"/>
            </a:xfrm>
            <a:custGeom>
              <a:rect b="b" l="l" r="r" t="t"/>
              <a:pathLst>
                <a:path extrusionOk="0" h="88457" w="152226">
                  <a:moveTo>
                    <a:pt x="0" y="0"/>
                  </a:moveTo>
                  <a:lnTo>
                    <a:pt x="152226" y="88458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3" name="Google Shape;603;p65"/>
            <p:cNvGrpSpPr/>
            <p:nvPr/>
          </p:nvGrpSpPr>
          <p:grpSpPr>
            <a:xfrm>
              <a:off x="7041912" y="2412154"/>
              <a:ext cx="26881" cy="59604"/>
              <a:chOff x="7041912" y="2412154"/>
              <a:chExt cx="26881" cy="59604"/>
            </a:xfrm>
          </p:grpSpPr>
          <p:sp>
            <p:nvSpPr>
              <p:cNvPr id="604" name="Google Shape;604;p65"/>
              <p:cNvSpPr/>
              <p:nvPr/>
            </p:nvSpPr>
            <p:spPr>
              <a:xfrm>
                <a:off x="7041912" y="2441728"/>
                <a:ext cx="26881" cy="30030"/>
              </a:xfrm>
              <a:custGeom>
                <a:rect b="b" l="l" r="r" t="t"/>
                <a:pathLst>
                  <a:path extrusionOk="0" h="30030" w="26881">
                    <a:moveTo>
                      <a:pt x="26882" y="15596"/>
                    </a:moveTo>
                    <a:lnTo>
                      <a:pt x="59" y="0"/>
                    </a:lnTo>
                    <a:lnTo>
                      <a:pt x="0" y="88"/>
                    </a:lnTo>
                    <a:lnTo>
                      <a:pt x="0" y="14419"/>
                    </a:lnTo>
                    <a:lnTo>
                      <a:pt x="26882" y="30030"/>
                    </a:lnTo>
                    <a:lnTo>
                      <a:pt x="26882" y="155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65"/>
              <p:cNvSpPr/>
              <p:nvPr/>
            </p:nvSpPr>
            <p:spPr>
              <a:xfrm>
                <a:off x="7041912" y="2412154"/>
                <a:ext cx="26881" cy="30045"/>
              </a:xfrm>
              <a:custGeom>
                <a:rect b="b" l="l" r="r" t="t"/>
                <a:pathLst>
                  <a:path extrusionOk="0" h="30045" w="26881">
                    <a:moveTo>
                      <a:pt x="0" y="14419"/>
                    </a:moveTo>
                    <a:lnTo>
                      <a:pt x="26882" y="30045"/>
                    </a:lnTo>
                    <a:lnTo>
                      <a:pt x="26882" y="15596"/>
                    </a:lnTo>
                    <a:lnTo>
                      <a:pt x="59" y="0"/>
                    </a:lnTo>
                    <a:lnTo>
                      <a:pt x="0" y="88"/>
                    </a:lnTo>
                    <a:lnTo>
                      <a:pt x="0" y="144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65"/>
          <p:cNvSpPr/>
          <p:nvPr/>
        </p:nvSpPr>
        <p:spPr>
          <a:xfrm>
            <a:off x="14684009" y="3531207"/>
            <a:ext cx="22070" cy="165350"/>
          </a:xfrm>
          <a:custGeom>
            <a:rect b="b" l="l" r="r" t="t"/>
            <a:pathLst>
              <a:path extrusionOk="0" h="110233" w="14713">
                <a:moveTo>
                  <a:pt x="0" y="110234"/>
                </a:moveTo>
                <a:lnTo>
                  <a:pt x="0" y="0"/>
                </a:ln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5"/>
          <p:cNvSpPr/>
          <p:nvPr/>
        </p:nvSpPr>
        <p:spPr>
          <a:xfrm>
            <a:off x="14486282" y="3531207"/>
            <a:ext cx="123152" cy="342000"/>
          </a:xfrm>
          <a:custGeom>
            <a:rect b="b" l="l" r="r" t="t"/>
            <a:pathLst>
              <a:path extrusionOk="0" h="228000" w="82101">
                <a:moveTo>
                  <a:pt x="-122" y="-92"/>
                </a:moveTo>
                <a:lnTo>
                  <a:pt x="-122" y="161992"/>
                </a:lnTo>
                <a:cubicBezTo>
                  <a:pt x="-107" y="198408"/>
                  <a:pt x="29409" y="227909"/>
                  <a:pt x="65824" y="227909"/>
                </a:cubicBezTo>
                <a:cubicBezTo>
                  <a:pt x="71268" y="227909"/>
                  <a:pt x="76698" y="227232"/>
                  <a:pt x="81980" y="225893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5"/>
          <p:cNvSpPr/>
          <p:nvPr/>
        </p:nvSpPr>
        <p:spPr>
          <a:xfrm>
            <a:off x="14486282" y="3713552"/>
            <a:ext cx="123152" cy="98895"/>
          </a:xfrm>
          <a:custGeom>
            <a:rect b="b" l="l" r="r" t="t"/>
            <a:pathLst>
              <a:path extrusionOk="0" h="65930" w="82101">
                <a:moveTo>
                  <a:pt x="81980" y="63809"/>
                </a:moveTo>
                <a:cubicBezTo>
                  <a:pt x="46682" y="72740"/>
                  <a:pt x="10826" y="51361"/>
                  <a:pt x="1895" y="16063"/>
                </a:cubicBezTo>
                <a:cubicBezTo>
                  <a:pt x="556" y="10781"/>
                  <a:pt x="-122" y="5352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5"/>
          <p:cNvSpPr/>
          <p:nvPr/>
        </p:nvSpPr>
        <p:spPr>
          <a:xfrm>
            <a:off x="14486282" y="3652770"/>
            <a:ext cx="135467" cy="98879"/>
          </a:xfrm>
          <a:custGeom>
            <a:rect b="b" l="l" r="r" t="t"/>
            <a:pathLst>
              <a:path extrusionOk="0" h="65919" w="90311">
                <a:moveTo>
                  <a:pt x="90190" y="61160"/>
                </a:moveTo>
                <a:cubicBezTo>
                  <a:pt x="56320" y="74594"/>
                  <a:pt x="17976" y="58041"/>
                  <a:pt x="4528" y="24171"/>
                </a:cubicBezTo>
                <a:cubicBezTo>
                  <a:pt x="1467" y="16446"/>
                  <a:pt x="-107" y="8221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14671714" y="3652770"/>
            <a:ext cx="12292" cy="47760"/>
          </a:xfrm>
          <a:custGeom>
            <a:rect b="b" l="l" r="r" t="t"/>
            <a:pathLst>
              <a:path extrusionOk="0" h="31840" w="8195">
                <a:moveTo>
                  <a:pt x="8074" y="-92"/>
                </a:moveTo>
                <a:cubicBezTo>
                  <a:pt x="8089" y="11046"/>
                  <a:pt x="5278" y="22008"/>
                  <a:pt x="-122" y="31748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14486282" y="3591989"/>
            <a:ext cx="197727" cy="97407"/>
          </a:xfrm>
          <a:custGeom>
            <a:rect b="b" l="l" r="r" t="t"/>
            <a:pathLst>
              <a:path extrusionOk="0" h="64938" w="131818">
                <a:moveTo>
                  <a:pt x="131697" y="-92"/>
                </a:moveTo>
                <a:cubicBezTo>
                  <a:pt x="131153" y="36309"/>
                  <a:pt x="101211" y="65383"/>
                  <a:pt x="64810" y="64839"/>
                </a:cubicBezTo>
                <a:cubicBezTo>
                  <a:pt x="29173" y="64294"/>
                  <a:pt x="408" y="35544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5"/>
          <p:cNvSpPr/>
          <p:nvPr/>
        </p:nvSpPr>
        <p:spPr>
          <a:xfrm>
            <a:off x="14486282" y="3531207"/>
            <a:ext cx="197727" cy="97407"/>
          </a:xfrm>
          <a:custGeom>
            <a:rect b="b" l="l" r="r" t="t"/>
            <a:pathLst>
              <a:path extrusionOk="0" h="64938" w="131818">
                <a:moveTo>
                  <a:pt x="131697" y="-92"/>
                </a:moveTo>
                <a:cubicBezTo>
                  <a:pt x="131153" y="36309"/>
                  <a:pt x="101211" y="65383"/>
                  <a:pt x="64810" y="64839"/>
                </a:cubicBezTo>
                <a:cubicBezTo>
                  <a:pt x="29173" y="64294"/>
                  <a:pt x="408" y="35544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5"/>
          <p:cNvSpPr/>
          <p:nvPr/>
        </p:nvSpPr>
        <p:spPr>
          <a:xfrm>
            <a:off x="14486259" y="3432332"/>
            <a:ext cx="197749" cy="197750"/>
          </a:xfrm>
          <a:custGeom>
            <a:rect b="b" l="l" r="r" t="t"/>
            <a:pathLst>
              <a:path extrusionOk="0" h="131833" w="131833">
                <a:moveTo>
                  <a:pt x="131833" y="65917"/>
                </a:moveTo>
                <a:cubicBezTo>
                  <a:pt x="131833" y="102321"/>
                  <a:pt x="102321" y="131833"/>
                  <a:pt x="65917" y="131833"/>
                </a:cubicBezTo>
                <a:cubicBezTo>
                  <a:pt x="29512" y="131833"/>
                  <a:pt x="0" y="102321"/>
                  <a:pt x="0" y="65917"/>
                </a:cubicBezTo>
                <a:cubicBezTo>
                  <a:pt x="0" y="29512"/>
                  <a:pt x="29512" y="0"/>
                  <a:pt x="65917" y="0"/>
                </a:cubicBezTo>
                <a:cubicBezTo>
                  <a:pt x="102321" y="0"/>
                  <a:pt x="131833" y="29512"/>
                  <a:pt x="131833" y="65917"/>
                </a:cubicBezTo>
                <a:close/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14807072" y="3441536"/>
            <a:ext cx="154161" cy="398706"/>
          </a:xfrm>
          <a:custGeom>
            <a:rect b="b" l="l" r="r" t="t"/>
            <a:pathLst>
              <a:path extrusionOk="0" h="265804" w="102774">
                <a:moveTo>
                  <a:pt x="-122" y="254452"/>
                </a:moveTo>
                <a:cubicBezTo>
                  <a:pt x="30071" y="274801"/>
                  <a:pt x="71048" y="266811"/>
                  <a:pt x="91397" y="236619"/>
                </a:cubicBezTo>
                <a:cubicBezTo>
                  <a:pt x="98724" y="225746"/>
                  <a:pt x="102653" y="212916"/>
                  <a:pt x="102653" y="199806"/>
                </a:cubicBezTo>
                <a:lnTo>
                  <a:pt x="102653" y="-92"/>
                </a:ln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14763485" y="3441513"/>
            <a:ext cx="22070" cy="268860"/>
          </a:xfrm>
          <a:custGeom>
            <a:rect b="b" l="l" r="r" t="t"/>
            <a:pathLst>
              <a:path extrusionOk="0" h="179240" w="14713">
                <a:moveTo>
                  <a:pt x="0" y="0"/>
                </a:moveTo>
                <a:lnTo>
                  <a:pt x="0" y="179240"/>
                </a:ln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5"/>
          <p:cNvSpPr/>
          <p:nvPr/>
        </p:nvSpPr>
        <p:spPr>
          <a:xfrm>
            <a:off x="14763483" y="3681417"/>
            <a:ext cx="5936" cy="33789"/>
          </a:xfrm>
          <a:custGeom>
            <a:rect b="b" l="l" r="r" t="t"/>
            <a:pathLst>
              <a:path extrusionOk="0" h="22526" w="3957">
                <a:moveTo>
                  <a:pt x="3836" y="22434"/>
                </a:moveTo>
                <a:cubicBezTo>
                  <a:pt x="1218" y="15210"/>
                  <a:pt x="-136" y="7588"/>
                  <a:pt x="-121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5"/>
          <p:cNvSpPr/>
          <p:nvPr/>
        </p:nvSpPr>
        <p:spPr>
          <a:xfrm>
            <a:off x="14801511" y="3681462"/>
            <a:ext cx="159721" cy="98851"/>
          </a:xfrm>
          <a:custGeom>
            <a:rect b="b" l="l" r="r" t="t"/>
            <a:pathLst>
              <a:path extrusionOk="0" h="65901" w="106481">
                <a:moveTo>
                  <a:pt x="106360" y="-92"/>
                </a:moveTo>
                <a:cubicBezTo>
                  <a:pt x="106345" y="36324"/>
                  <a:pt x="76816" y="65825"/>
                  <a:pt x="40399" y="65810"/>
                </a:cubicBezTo>
                <a:cubicBezTo>
                  <a:pt x="25715" y="65795"/>
                  <a:pt x="11458" y="60896"/>
                  <a:pt x="-122" y="51861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5"/>
          <p:cNvSpPr/>
          <p:nvPr/>
        </p:nvSpPr>
        <p:spPr>
          <a:xfrm>
            <a:off x="14763485" y="3621476"/>
            <a:ext cx="197749" cy="98874"/>
          </a:xfrm>
          <a:custGeom>
            <a:rect b="b" l="l" r="r" t="t"/>
            <a:pathLst>
              <a:path extrusionOk="0" h="65916" w="131833">
                <a:moveTo>
                  <a:pt x="131712" y="-92"/>
                </a:moveTo>
                <a:cubicBezTo>
                  <a:pt x="131712" y="36309"/>
                  <a:pt x="102196" y="65824"/>
                  <a:pt x="65795" y="65824"/>
                </a:cubicBezTo>
                <a:cubicBezTo>
                  <a:pt x="29394" y="65824"/>
                  <a:pt x="-122" y="36309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5"/>
          <p:cNvSpPr/>
          <p:nvPr/>
        </p:nvSpPr>
        <p:spPr>
          <a:xfrm>
            <a:off x="14763485" y="3561488"/>
            <a:ext cx="197749" cy="98874"/>
          </a:xfrm>
          <a:custGeom>
            <a:rect b="b" l="l" r="r" t="t"/>
            <a:pathLst>
              <a:path extrusionOk="0" h="65916" w="131833">
                <a:moveTo>
                  <a:pt x="131712" y="-92"/>
                </a:moveTo>
                <a:cubicBezTo>
                  <a:pt x="131712" y="36309"/>
                  <a:pt x="102196" y="65824"/>
                  <a:pt x="65795" y="65824"/>
                </a:cubicBezTo>
                <a:cubicBezTo>
                  <a:pt x="29394" y="65824"/>
                  <a:pt x="-122" y="36309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5"/>
          <p:cNvSpPr/>
          <p:nvPr/>
        </p:nvSpPr>
        <p:spPr>
          <a:xfrm>
            <a:off x="14763485" y="3501501"/>
            <a:ext cx="197749" cy="98874"/>
          </a:xfrm>
          <a:custGeom>
            <a:rect b="b" l="l" r="r" t="t"/>
            <a:pathLst>
              <a:path extrusionOk="0" h="65916" w="131833">
                <a:moveTo>
                  <a:pt x="131712" y="-92"/>
                </a:moveTo>
                <a:cubicBezTo>
                  <a:pt x="131712" y="36309"/>
                  <a:pt x="102196" y="65824"/>
                  <a:pt x="65795" y="65824"/>
                </a:cubicBezTo>
                <a:cubicBezTo>
                  <a:pt x="29394" y="65824"/>
                  <a:pt x="-122" y="36309"/>
                  <a:pt x="-122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5"/>
          <p:cNvSpPr/>
          <p:nvPr/>
        </p:nvSpPr>
        <p:spPr>
          <a:xfrm>
            <a:off x="14763485" y="3343655"/>
            <a:ext cx="197749" cy="197750"/>
          </a:xfrm>
          <a:custGeom>
            <a:rect b="b" l="l" r="r" t="t"/>
            <a:pathLst>
              <a:path extrusionOk="0" h="131833" w="131833">
                <a:moveTo>
                  <a:pt x="131833" y="65917"/>
                </a:moveTo>
                <a:cubicBezTo>
                  <a:pt x="131833" y="102321"/>
                  <a:pt x="102321" y="131833"/>
                  <a:pt x="65917" y="131833"/>
                </a:cubicBezTo>
                <a:cubicBezTo>
                  <a:pt x="29512" y="131833"/>
                  <a:pt x="0" y="102321"/>
                  <a:pt x="0" y="65917"/>
                </a:cubicBezTo>
                <a:cubicBezTo>
                  <a:pt x="0" y="29512"/>
                  <a:pt x="29512" y="0"/>
                  <a:pt x="65917" y="0"/>
                </a:cubicBezTo>
                <a:cubicBezTo>
                  <a:pt x="102321" y="0"/>
                  <a:pt x="131833" y="29512"/>
                  <a:pt x="131833" y="65917"/>
                </a:cubicBezTo>
                <a:close/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5"/>
          <p:cNvSpPr/>
          <p:nvPr/>
        </p:nvSpPr>
        <p:spPr>
          <a:xfrm>
            <a:off x="14609417" y="3847629"/>
            <a:ext cx="197755" cy="177125"/>
          </a:xfrm>
          <a:custGeom>
            <a:rect b="b" l="l" r="r" t="t"/>
            <a:pathLst>
              <a:path extrusionOk="0" h="118083" w="131837">
                <a:moveTo>
                  <a:pt x="131708" y="-92"/>
                </a:moveTo>
                <a:lnTo>
                  <a:pt x="131708" y="51096"/>
                </a:lnTo>
                <a:cubicBezTo>
                  <a:pt x="132252" y="87498"/>
                  <a:pt x="103178" y="117440"/>
                  <a:pt x="66777" y="117984"/>
                </a:cubicBezTo>
                <a:cubicBezTo>
                  <a:pt x="30376" y="118528"/>
                  <a:pt x="434" y="89469"/>
                  <a:pt x="-110" y="53068"/>
                </a:cubicBezTo>
                <a:cubicBezTo>
                  <a:pt x="-125" y="52406"/>
                  <a:pt x="-125" y="51758"/>
                  <a:pt x="-110" y="51096"/>
                </a:cubicBezTo>
                <a:lnTo>
                  <a:pt x="-110" y="-92"/>
                </a:ln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65"/>
          <p:cNvSpPr/>
          <p:nvPr/>
        </p:nvSpPr>
        <p:spPr>
          <a:xfrm>
            <a:off x="14609433" y="3791660"/>
            <a:ext cx="197727" cy="165671"/>
          </a:xfrm>
          <a:custGeom>
            <a:rect b="b" l="l" r="r" t="t"/>
            <a:pathLst>
              <a:path extrusionOk="0" h="110447" w="131818">
                <a:moveTo>
                  <a:pt x="131697" y="-92"/>
                </a:moveTo>
                <a:lnTo>
                  <a:pt x="131697" y="45417"/>
                </a:lnTo>
                <a:cubicBezTo>
                  <a:pt x="131153" y="81818"/>
                  <a:pt x="101210" y="110892"/>
                  <a:pt x="64809" y="110348"/>
                </a:cubicBezTo>
                <a:cubicBezTo>
                  <a:pt x="29173" y="109803"/>
                  <a:pt x="407" y="81053"/>
                  <a:pt x="-122" y="45417"/>
                </a:cubicBezTo>
                <a:lnTo>
                  <a:pt x="-122" y="8927"/>
                </a:ln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5"/>
          <p:cNvSpPr/>
          <p:nvPr/>
        </p:nvSpPr>
        <p:spPr>
          <a:xfrm>
            <a:off x="14609417" y="3791660"/>
            <a:ext cx="197755" cy="100343"/>
          </a:xfrm>
          <a:custGeom>
            <a:rect b="b" l="l" r="r" t="t"/>
            <a:pathLst>
              <a:path extrusionOk="0" h="66895" w="131837">
                <a:moveTo>
                  <a:pt x="131708" y="-92"/>
                </a:moveTo>
                <a:cubicBezTo>
                  <a:pt x="132252" y="36309"/>
                  <a:pt x="103178" y="66251"/>
                  <a:pt x="66777" y="66795"/>
                </a:cubicBezTo>
                <a:cubicBezTo>
                  <a:pt x="30376" y="67340"/>
                  <a:pt x="434" y="38281"/>
                  <a:pt x="-110" y="1880"/>
                </a:cubicBezTo>
                <a:cubicBezTo>
                  <a:pt x="-125" y="1217"/>
                  <a:pt x="-125" y="570"/>
                  <a:pt x="-110" y="-92"/>
                </a:cubicBezTo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65"/>
          <p:cNvSpPr/>
          <p:nvPr/>
        </p:nvSpPr>
        <p:spPr>
          <a:xfrm>
            <a:off x="14609433" y="3693534"/>
            <a:ext cx="197749" cy="197750"/>
          </a:xfrm>
          <a:custGeom>
            <a:rect b="b" l="l" r="r" t="t"/>
            <a:pathLst>
              <a:path extrusionOk="0" h="131833" w="131833">
                <a:moveTo>
                  <a:pt x="131833" y="65917"/>
                </a:moveTo>
                <a:cubicBezTo>
                  <a:pt x="131833" y="102321"/>
                  <a:pt x="102321" y="131833"/>
                  <a:pt x="65916" y="131833"/>
                </a:cubicBezTo>
                <a:cubicBezTo>
                  <a:pt x="29512" y="131833"/>
                  <a:pt x="0" y="102321"/>
                  <a:pt x="0" y="65917"/>
                </a:cubicBezTo>
                <a:cubicBezTo>
                  <a:pt x="0" y="29512"/>
                  <a:pt x="29512" y="0"/>
                  <a:pt x="65916" y="0"/>
                </a:cubicBezTo>
                <a:cubicBezTo>
                  <a:pt x="102321" y="0"/>
                  <a:pt x="131833" y="29512"/>
                  <a:pt x="131833" y="65917"/>
                </a:cubicBezTo>
                <a:close/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" name="Google Shape;626;p65"/>
          <p:cNvGrpSpPr/>
          <p:nvPr/>
        </p:nvGrpSpPr>
        <p:grpSpPr>
          <a:xfrm>
            <a:off x="6586374" y="3350568"/>
            <a:ext cx="409121" cy="665898"/>
            <a:chOff x="4390916" y="2233712"/>
            <a:chExt cx="272747" cy="443932"/>
          </a:xfrm>
        </p:grpSpPr>
        <p:sp>
          <p:nvSpPr>
            <p:cNvPr id="627" name="Google Shape;627;p65"/>
            <p:cNvSpPr/>
            <p:nvPr/>
          </p:nvSpPr>
          <p:spPr>
            <a:xfrm>
              <a:off x="4390916" y="2233712"/>
              <a:ext cx="272747" cy="354724"/>
            </a:xfrm>
            <a:custGeom>
              <a:rect b="b" l="l" r="r" t="t"/>
              <a:pathLst>
                <a:path extrusionOk="0" h="354724" w="272747">
                  <a:moveTo>
                    <a:pt x="67591" y="354603"/>
                  </a:moveTo>
                  <a:lnTo>
                    <a:pt x="67591" y="332533"/>
                  </a:lnTo>
                  <a:cubicBezTo>
                    <a:pt x="67591" y="285141"/>
                    <a:pt x="50876" y="252594"/>
                    <a:pt x="23950" y="213603"/>
                  </a:cubicBezTo>
                  <a:cubicBezTo>
                    <a:pt x="-18763" y="151586"/>
                    <a:pt x="-3123" y="66689"/>
                    <a:pt x="58895" y="23961"/>
                  </a:cubicBezTo>
                  <a:cubicBezTo>
                    <a:pt x="83216" y="7217"/>
                    <a:pt x="112320" y="-1184"/>
                    <a:pt x="141820" y="22"/>
                  </a:cubicBezTo>
                  <a:cubicBezTo>
                    <a:pt x="209473" y="3215"/>
                    <a:pt x="264708" y="55242"/>
                    <a:pt x="271932" y="122586"/>
                  </a:cubicBezTo>
                  <a:cubicBezTo>
                    <a:pt x="275287" y="155691"/>
                    <a:pt x="266400" y="188899"/>
                    <a:pt x="246919" y="215884"/>
                  </a:cubicBezTo>
                  <a:cubicBezTo>
                    <a:pt x="220920" y="251947"/>
                    <a:pt x="204897" y="281654"/>
                    <a:pt x="204897" y="326118"/>
                  </a:cubicBezTo>
                  <a:lnTo>
                    <a:pt x="204897" y="354633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4458628" y="2588407"/>
              <a:ext cx="137321" cy="89237"/>
            </a:xfrm>
            <a:custGeom>
              <a:rect b="b" l="l" r="r" t="t"/>
              <a:pathLst>
                <a:path extrusionOk="0" h="89237" w="137321">
                  <a:moveTo>
                    <a:pt x="-122" y="-92"/>
                  </a:moveTo>
                  <a:lnTo>
                    <a:pt x="-122" y="52538"/>
                  </a:lnTo>
                  <a:cubicBezTo>
                    <a:pt x="-122" y="72754"/>
                    <a:pt x="16269" y="89145"/>
                    <a:pt x="36486" y="89145"/>
                  </a:cubicBezTo>
                  <a:lnTo>
                    <a:pt x="100593" y="89145"/>
                  </a:lnTo>
                  <a:cubicBezTo>
                    <a:pt x="120809" y="89145"/>
                    <a:pt x="137200" y="72754"/>
                    <a:pt x="137200" y="52538"/>
                  </a:cubicBezTo>
                  <a:lnTo>
                    <a:pt x="137200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4458657" y="2597294"/>
              <a:ext cx="137306" cy="14713"/>
            </a:xfrm>
            <a:custGeom>
              <a:rect b="b" l="l" r="r" t="t"/>
              <a:pathLst>
                <a:path extrusionOk="0" h="14713" w="137306">
                  <a:moveTo>
                    <a:pt x="13730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4458657" y="2643715"/>
              <a:ext cx="137306" cy="14713"/>
            </a:xfrm>
            <a:custGeom>
              <a:rect b="b" l="l" r="r" t="t"/>
              <a:pathLst>
                <a:path extrusionOk="0" h="14713" w="137306">
                  <a:moveTo>
                    <a:pt x="13730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4458657" y="2550873"/>
              <a:ext cx="137306" cy="14713"/>
            </a:xfrm>
            <a:custGeom>
              <a:rect b="b" l="l" r="r" t="t"/>
              <a:pathLst>
                <a:path extrusionOk="0" h="14713" w="137306">
                  <a:moveTo>
                    <a:pt x="0" y="0"/>
                  </a:moveTo>
                  <a:lnTo>
                    <a:pt x="137307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65"/>
          <p:cNvGrpSpPr/>
          <p:nvPr/>
        </p:nvGrpSpPr>
        <p:grpSpPr>
          <a:xfrm>
            <a:off x="8411919" y="3427124"/>
            <a:ext cx="724479" cy="512781"/>
            <a:chOff x="5607946" y="2284749"/>
            <a:chExt cx="482986" cy="341854"/>
          </a:xfrm>
        </p:grpSpPr>
        <p:sp>
          <p:nvSpPr>
            <p:cNvPr id="633" name="Google Shape;633;p65"/>
            <p:cNvSpPr/>
            <p:nvPr/>
          </p:nvSpPr>
          <p:spPr>
            <a:xfrm>
              <a:off x="5737778" y="2344015"/>
              <a:ext cx="223321" cy="223321"/>
            </a:xfrm>
            <a:custGeom>
              <a:rect b="b" l="l" r="r" t="t"/>
              <a:pathLst>
                <a:path extrusionOk="0" h="223321" w="223321">
                  <a:moveTo>
                    <a:pt x="223322" y="111661"/>
                  </a:moveTo>
                  <a:cubicBezTo>
                    <a:pt x="223322" y="173330"/>
                    <a:pt x="173330" y="223322"/>
                    <a:pt x="111661" y="223322"/>
                  </a:cubicBezTo>
                  <a:cubicBezTo>
                    <a:pt x="49992" y="223322"/>
                    <a:pt x="0" y="173330"/>
                    <a:pt x="0" y="111661"/>
                  </a:cubicBezTo>
                  <a:cubicBezTo>
                    <a:pt x="0" y="49992"/>
                    <a:pt x="49992" y="0"/>
                    <a:pt x="111661" y="0"/>
                  </a:cubicBezTo>
                  <a:cubicBezTo>
                    <a:pt x="173330" y="0"/>
                    <a:pt x="223322" y="49992"/>
                    <a:pt x="223322" y="111661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5803665" y="2409902"/>
              <a:ext cx="91547" cy="91547"/>
            </a:xfrm>
            <a:custGeom>
              <a:rect b="b" l="l" r="r" t="t"/>
              <a:pathLst>
                <a:path extrusionOk="0" h="91547" w="91547">
                  <a:moveTo>
                    <a:pt x="91547" y="45774"/>
                  </a:moveTo>
                  <a:cubicBezTo>
                    <a:pt x="91547" y="71054"/>
                    <a:pt x="71054" y="91548"/>
                    <a:pt x="45774" y="91548"/>
                  </a:cubicBezTo>
                  <a:cubicBezTo>
                    <a:pt x="20494" y="91548"/>
                    <a:pt x="0" y="71054"/>
                    <a:pt x="0" y="45774"/>
                  </a:cubicBezTo>
                  <a:cubicBezTo>
                    <a:pt x="0" y="20494"/>
                    <a:pt x="20494" y="0"/>
                    <a:pt x="45774" y="0"/>
                  </a:cubicBezTo>
                  <a:cubicBezTo>
                    <a:pt x="71054" y="0"/>
                    <a:pt x="91547" y="20494"/>
                    <a:pt x="91547" y="4577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5607946" y="2284749"/>
              <a:ext cx="482986" cy="341854"/>
            </a:xfrm>
            <a:custGeom>
              <a:rect b="b" l="l" r="r" t="t"/>
              <a:pathLst>
                <a:path extrusionOk="0" h="341854" w="482986">
                  <a:moveTo>
                    <a:pt x="482986" y="170927"/>
                  </a:moveTo>
                  <a:cubicBezTo>
                    <a:pt x="482986" y="265328"/>
                    <a:pt x="374866" y="341854"/>
                    <a:pt x="241493" y="341854"/>
                  </a:cubicBezTo>
                  <a:cubicBezTo>
                    <a:pt x="108120" y="341854"/>
                    <a:pt x="0" y="265327"/>
                    <a:pt x="0" y="170927"/>
                  </a:cubicBezTo>
                  <a:cubicBezTo>
                    <a:pt x="0" y="76527"/>
                    <a:pt x="108120" y="0"/>
                    <a:pt x="241493" y="0"/>
                  </a:cubicBezTo>
                  <a:cubicBezTo>
                    <a:pt x="374866" y="0"/>
                    <a:pt x="482986" y="76527"/>
                    <a:pt x="482986" y="170927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6" name="Google Shape;636;p65"/>
          <p:cNvGrpSpPr/>
          <p:nvPr/>
        </p:nvGrpSpPr>
        <p:grpSpPr>
          <a:xfrm>
            <a:off x="16469099" y="3445662"/>
            <a:ext cx="475702" cy="475703"/>
            <a:chOff x="10979399" y="2297108"/>
            <a:chExt cx="317135" cy="317135"/>
          </a:xfrm>
        </p:grpSpPr>
        <p:grpSp>
          <p:nvGrpSpPr>
            <p:cNvPr id="637" name="Google Shape;637;p65"/>
            <p:cNvGrpSpPr/>
            <p:nvPr/>
          </p:nvGrpSpPr>
          <p:grpSpPr>
            <a:xfrm>
              <a:off x="10979399" y="2297108"/>
              <a:ext cx="102288" cy="102288"/>
              <a:chOff x="10979399" y="2297108"/>
              <a:chExt cx="102288" cy="102288"/>
            </a:xfrm>
          </p:grpSpPr>
          <p:sp>
            <p:nvSpPr>
              <p:cNvPr id="638" name="Google Shape;638;p65"/>
              <p:cNvSpPr/>
              <p:nvPr/>
            </p:nvSpPr>
            <p:spPr>
              <a:xfrm>
                <a:off x="10979399" y="2297108"/>
                <a:ext cx="102288" cy="102288"/>
              </a:xfrm>
              <a:custGeom>
                <a:rect b="b" l="l" r="r" t="t"/>
                <a:pathLst>
                  <a:path extrusionOk="0" h="102288" w="102288">
                    <a:moveTo>
                      <a:pt x="0" y="0"/>
                    </a:moveTo>
                    <a:lnTo>
                      <a:pt x="102289" y="102288"/>
                    </a:lnTo>
                  </a:path>
                </a:pathLst>
              </a:custGeom>
              <a:noFill/>
              <a:ln cap="flat" cmpd="sng" w="135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65"/>
              <p:cNvSpPr/>
              <p:nvPr/>
            </p:nvSpPr>
            <p:spPr>
              <a:xfrm>
                <a:off x="10979399" y="2297108"/>
                <a:ext cx="102288" cy="102288"/>
              </a:xfrm>
              <a:custGeom>
                <a:rect b="b" l="l" r="r" t="t"/>
                <a:pathLst>
                  <a:path extrusionOk="0" h="102288" w="102288">
                    <a:moveTo>
                      <a:pt x="102289" y="0"/>
                    </a:moveTo>
                    <a:lnTo>
                      <a:pt x="0" y="102288"/>
                    </a:lnTo>
                  </a:path>
                </a:pathLst>
              </a:custGeom>
              <a:noFill/>
              <a:ln cap="flat" cmpd="sng" w="135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" name="Google Shape;640;p65"/>
            <p:cNvGrpSpPr/>
            <p:nvPr/>
          </p:nvGrpSpPr>
          <p:grpSpPr>
            <a:xfrm>
              <a:off x="11194231" y="2510072"/>
              <a:ext cx="102303" cy="102303"/>
              <a:chOff x="11194231" y="2510072"/>
              <a:chExt cx="102303" cy="102303"/>
            </a:xfrm>
          </p:grpSpPr>
          <p:sp>
            <p:nvSpPr>
              <p:cNvPr id="641" name="Google Shape;641;p65"/>
              <p:cNvSpPr/>
              <p:nvPr/>
            </p:nvSpPr>
            <p:spPr>
              <a:xfrm>
                <a:off x="11194231" y="2510072"/>
                <a:ext cx="102303" cy="102303"/>
              </a:xfrm>
              <a:custGeom>
                <a:rect b="b" l="l" r="r" t="t"/>
                <a:pathLst>
                  <a:path extrusionOk="0" h="102303" w="102303">
                    <a:moveTo>
                      <a:pt x="0" y="0"/>
                    </a:moveTo>
                    <a:lnTo>
                      <a:pt x="102303" y="102303"/>
                    </a:lnTo>
                  </a:path>
                </a:pathLst>
              </a:custGeom>
              <a:noFill/>
              <a:ln cap="flat" cmpd="sng" w="135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65"/>
              <p:cNvSpPr/>
              <p:nvPr/>
            </p:nvSpPr>
            <p:spPr>
              <a:xfrm>
                <a:off x="11194231" y="2510072"/>
                <a:ext cx="102303" cy="102303"/>
              </a:xfrm>
              <a:custGeom>
                <a:rect b="b" l="l" r="r" t="t"/>
                <a:pathLst>
                  <a:path extrusionOk="0" h="102303" w="102303">
                    <a:moveTo>
                      <a:pt x="102303" y="0"/>
                    </a:moveTo>
                    <a:lnTo>
                      <a:pt x="0" y="102303"/>
                    </a:lnTo>
                  </a:path>
                </a:pathLst>
              </a:custGeom>
              <a:noFill/>
              <a:ln cap="flat" cmpd="sng" w="135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3" name="Google Shape;643;p65"/>
            <p:cNvSpPr/>
            <p:nvPr/>
          </p:nvSpPr>
          <p:spPr>
            <a:xfrm>
              <a:off x="10979399" y="2508218"/>
              <a:ext cx="106025" cy="106025"/>
            </a:xfrm>
            <a:custGeom>
              <a:rect b="b" l="l" r="r" t="t"/>
              <a:pathLst>
                <a:path extrusionOk="0" h="106025" w="106025">
                  <a:moveTo>
                    <a:pt x="106025" y="53013"/>
                  </a:moveTo>
                  <a:cubicBezTo>
                    <a:pt x="106025" y="82291"/>
                    <a:pt x="82291" y="106026"/>
                    <a:pt x="53012" y="106026"/>
                  </a:cubicBezTo>
                  <a:cubicBezTo>
                    <a:pt x="23734" y="106026"/>
                    <a:pt x="-1" y="82291"/>
                    <a:pt x="-1" y="53013"/>
                  </a:cubicBezTo>
                  <a:cubicBezTo>
                    <a:pt x="-1" y="23735"/>
                    <a:pt x="23733" y="0"/>
                    <a:pt x="53012" y="0"/>
                  </a:cubicBezTo>
                  <a:cubicBezTo>
                    <a:pt x="82290" y="0"/>
                    <a:pt x="106025" y="23735"/>
                    <a:pt x="106025" y="53013"/>
                  </a:cubicBezTo>
                  <a:close/>
                </a:path>
              </a:pathLst>
            </a:custGeom>
            <a:noFill/>
            <a:ln cap="flat" cmpd="sng" w="135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11206355" y="2297108"/>
              <a:ext cx="90179" cy="87530"/>
            </a:xfrm>
            <a:custGeom>
              <a:rect b="b" l="l" r="r" t="t"/>
              <a:pathLst>
                <a:path extrusionOk="0" h="87530" w="90179">
                  <a:moveTo>
                    <a:pt x="0" y="0"/>
                  </a:moveTo>
                  <a:lnTo>
                    <a:pt x="90180" y="0"/>
                  </a:lnTo>
                  <a:lnTo>
                    <a:pt x="90180" y="87531"/>
                  </a:lnTo>
                </a:path>
              </a:pathLst>
            </a:custGeom>
            <a:noFill/>
            <a:ln cap="flat" cmpd="sng" w="135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11069902" y="2297108"/>
              <a:ext cx="226632" cy="226632"/>
            </a:xfrm>
            <a:custGeom>
              <a:rect b="b" l="l" r="r" t="t"/>
              <a:pathLst>
                <a:path extrusionOk="0" h="226632" w="226632">
                  <a:moveTo>
                    <a:pt x="226633" y="0"/>
                  </a:moveTo>
                  <a:lnTo>
                    <a:pt x="0" y="226632"/>
                  </a:lnTo>
                </a:path>
              </a:pathLst>
            </a:custGeom>
            <a:noFill/>
            <a:ln cap="flat" cmpd="sng" w="135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6" name="Google Shape;646;p65"/>
          <p:cNvGrpSpPr/>
          <p:nvPr/>
        </p:nvGrpSpPr>
        <p:grpSpPr>
          <a:xfrm>
            <a:off x="12377531" y="3320348"/>
            <a:ext cx="726245" cy="726245"/>
            <a:chOff x="8251687" y="2213565"/>
            <a:chExt cx="484163" cy="484163"/>
          </a:xfrm>
        </p:grpSpPr>
        <p:grpSp>
          <p:nvGrpSpPr>
            <p:cNvPr id="647" name="Google Shape;647;p65"/>
            <p:cNvGrpSpPr/>
            <p:nvPr/>
          </p:nvGrpSpPr>
          <p:grpSpPr>
            <a:xfrm>
              <a:off x="8340954" y="2302508"/>
              <a:ext cx="305482" cy="305482"/>
              <a:chOff x="8340954" y="2302508"/>
              <a:chExt cx="305482" cy="305482"/>
            </a:xfrm>
          </p:grpSpPr>
          <p:sp>
            <p:nvSpPr>
              <p:cNvPr id="648" name="Google Shape;648;p65"/>
              <p:cNvSpPr/>
              <p:nvPr/>
            </p:nvSpPr>
            <p:spPr>
              <a:xfrm>
                <a:off x="8340954" y="2302508"/>
                <a:ext cx="305482" cy="305482"/>
              </a:xfrm>
              <a:custGeom>
                <a:rect b="b" l="l" r="r" t="t"/>
                <a:pathLst>
                  <a:path extrusionOk="0" h="305482" w="305482">
                    <a:moveTo>
                      <a:pt x="305482" y="152741"/>
                    </a:moveTo>
                    <a:cubicBezTo>
                      <a:pt x="305482" y="237098"/>
                      <a:pt x="237098" y="305482"/>
                      <a:pt x="152741" y="305482"/>
                    </a:cubicBezTo>
                    <a:cubicBezTo>
                      <a:pt x="68384" y="305482"/>
                      <a:pt x="0" y="237098"/>
                      <a:pt x="0" y="152741"/>
                    </a:cubicBezTo>
                    <a:cubicBezTo>
                      <a:pt x="0" y="68385"/>
                      <a:pt x="68384" y="0"/>
                      <a:pt x="152741" y="0"/>
                    </a:cubicBezTo>
                    <a:cubicBezTo>
                      <a:pt x="237098" y="0"/>
                      <a:pt x="305482" y="68385"/>
                      <a:pt x="305482" y="152741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65"/>
              <p:cNvSpPr/>
              <p:nvPr/>
            </p:nvSpPr>
            <p:spPr>
              <a:xfrm>
                <a:off x="8417317" y="2302508"/>
                <a:ext cx="152755" cy="305482"/>
              </a:xfrm>
              <a:custGeom>
                <a:rect b="b" l="l" r="r" t="t"/>
                <a:pathLst>
                  <a:path extrusionOk="0" h="305482" w="152755">
                    <a:moveTo>
                      <a:pt x="152756" y="152741"/>
                    </a:moveTo>
                    <a:cubicBezTo>
                      <a:pt x="152756" y="237098"/>
                      <a:pt x="118560" y="305482"/>
                      <a:pt x="76378" y="305482"/>
                    </a:cubicBezTo>
                    <a:cubicBezTo>
                      <a:pt x="34195" y="305482"/>
                      <a:pt x="0" y="237098"/>
                      <a:pt x="0" y="152741"/>
                    </a:cubicBezTo>
                    <a:cubicBezTo>
                      <a:pt x="0" y="68385"/>
                      <a:pt x="34195" y="0"/>
                      <a:pt x="76378" y="0"/>
                    </a:cubicBezTo>
                    <a:cubicBezTo>
                      <a:pt x="118560" y="0"/>
                      <a:pt x="152756" y="68385"/>
                      <a:pt x="152756" y="152741"/>
                    </a:cubicBez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65"/>
              <p:cNvSpPr/>
              <p:nvPr/>
            </p:nvSpPr>
            <p:spPr>
              <a:xfrm>
                <a:off x="8340954" y="2455249"/>
                <a:ext cx="305482" cy="14713"/>
              </a:xfrm>
              <a:custGeom>
                <a:rect b="b" l="l" r="r" t="t"/>
                <a:pathLst>
                  <a:path extrusionOk="0" h="14713" w="305482">
                    <a:moveTo>
                      <a:pt x="0" y="0"/>
                    </a:moveTo>
                    <a:lnTo>
                      <a:pt x="305482" y="0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65"/>
              <p:cNvSpPr/>
              <p:nvPr/>
            </p:nvSpPr>
            <p:spPr>
              <a:xfrm>
                <a:off x="8493695" y="2302508"/>
                <a:ext cx="14713" cy="305482"/>
              </a:xfrm>
              <a:custGeom>
                <a:rect b="b" l="l" r="r" t="t"/>
                <a:pathLst>
                  <a:path extrusionOk="0" h="305482" w="14713">
                    <a:moveTo>
                      <a:pt x="0" y="0"/>
                    </a:moveTo>
                    <a:lnTo>
                      <a:pt x="0" y="305482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65"/>
            <p:cNvSpPr/>
            <p:nvPr/>
          </p:nvSpPr>
          <p:spPr>
            <a:xfrm>
              <a:off x="8624925" y="2245861"/>
              <a:ext cx="44920" cy="44685"/>
            </a:xfrm>
            <a:custGeom>
              <a:rect b="b" l="l" r="r" t="t"/>
              <a:pathLst>
                <a:path extrusionOk="0" h="44685" w="44920">
                  <a:moveTo>
                    <a:pt x="0" y="44435"/>
                  </a:moveTo>
                  <a:lnTo>
                    <a:pt x="44685" y="44685"/>
                  </a:lnTo>
                  <a:lnTo>
                    <a:pt x="44921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8251687" y="2213565"/>
              <a:ext cx="484163" cy="484163"/>
            </a:xfrm>
            <a:custGeom>
              <a:rect b="b" l="l" r="r" t="t"/>
              <a:pathLst>
                <a:path extrusionOk="0" h="484163" w="484163">
                  <a:moveTo>
                    <a:pt x="484042" y="242019"/>
                  </a:moveTo>
                  <a:cubicBezTo>
                    <a:pt x="484027" y="375721"/>
                    <a:pt x="375633" y="484086"/>
                    <a:pt x="241931" y="484071"/>
                  </a:cubicBezTo>
                  <a:cubicBezTo>
                    <a:pt x="108229" y="484057"/>
                    <a:pt x="-136" y="375662"/>
                    <a:pt x="-122" y="241960"/>
                  </a:cubicBezTo>
                  <a:cubicBezTo>
                    <a:pt x="-107" y="108259"/>
                    <a:pt x="108287" y="-107"/>
                    <a:pt x="241989" y="-92"/>
                  </a:cubicBezTo>
                  <a:cubicBezTo>
                    <a:pt x="306185" y="-77"/>
                    <a:pt x="367746" y="25421"/>
                    <a:pt x="413137" y="7081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4" name="Google Shape;654;p65"/>
          <p:cNvGrpSpPr/>
          <p:nvPr/>
        </p:nvGrpSpPr>
        <p:grpSpPr>
          <a:xfrm>
            <a:off x="4478927" y="5086413"/>
            <a:ext cx="657695" cy="592961"/>
            <a:chOff x="2985951" y="3390942"/>
            <a:chExt cx="438463" cy="395307"/>
          </a:xfrm>
        </p:grpSpPr>
        <p:sp>
          <p:nvSpPr>
            <p:cNvPr id="655" name="Google Shape;655;p65"/>
            <p:cNvSpPr/>
            <p:nvPr/>
          </p:nvSpPr>
          <p:spPr>
            <a:xfrm>
              <a:off x="3014819" y="3550392"/>
              <a:ext cx="380727" cy="235843"/>
            </a:xfrm>
            <a:custGeom>
              <a:rect b="b" l="l" r="r" t="t"/>
              <a:pathLst>
                <a:path extrusionOk="0" h="235843" w="380727">
                  <a:moveTo>
                    <a:pt x="380727" y="30"/>
                  </a:moveTo>
                  <a:lnTo>
                    <a:pt x="380727" y="235843"/>
                  </a:lnTo>
                  <a:lnTo>
                    <a:pt x="0" y="235843"/>
                  </a:lnTo>
                  <a:lnTo>
                    <a:pt x="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3095567" y="3504059"/>
              <a:ext cx="109615" cy="54807"/>
            </a:xfrm>
            <a:custGeom>
              <a:rect b="b" l="l" r="r" t="t"/>
              <a:pathLst>
                <a:path extrusionOk="0" h="54807" w="109615">
                  <a:moveTo>
                    <a:pt x="109494" y="-92"/>
                  </a:moveTo>
                  <a:cubicBezTo>
                    <a:pt x="109494" y="30174"/>
                    <a:pt x="84952" y="54716"/>
                    <a:pt x="54686" y="54716"/>
                  </a:cubicBezTo>
                  <a:cubicBezTo>
                    <a:pt x="24421" y="54716"/>
                    <a:pt x="-122" y="30174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3205182" y="3504059"/>
              <a:ext cx="109615" cy="54807"/>
            </a:xfrm>
            <a:custGeom>
              <a:rect b="b" l="l" r="r" t="t"/>
              <a:pathLst>
                <a:path extrusionOk="0" h="54807" w="109615">
                  <a:moveTo>
                    <a:pt x="109494" y="-92"/>
                  </a:moveTo>
                  <a:cubicBezTo>
                    <a:pt x="109494" y="30174"/>
                    <a:pt x="84952" y="54716"/>
                    <a:pt x="54686" y="54716"/>
                  </a:cubicBezTo>
                  <a:cubicBezTo>
                    <a:pt x="24421" y="54716"/>
                    <a:pt x="-122" y="30174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985951" y="3390942"/>
              <a:ext cx="438463" cy="167925"/>
            </a:xfrm>
            <a:custGeom>
              <a:rect b="b" l="l" r="r" t="t"/>
              <a:pathLst>
                <a:path extrusionOk="0" h="167925" w="438463">
                  <a:moveTo>
                    <a:pt x="328726" y="113025"/>
                  </a:moveTo>
                  <a:cubicBezTo>
                    <a:pt x="328726" y="143291"/>
                    <a:pt x="353268" y="167833"/>
                    <a:pt x="383534" y="167833"/>
                  </a:cubicBezTo>
                  <a:cubicBezTo>
                    <a:pt x="413800" y="167833"/>
                    <a:pt x="438342" y="143291"/>
                    <a:pt x="438342" y="113025"/>
                  </a:cubicBezTo>
                  <a:lnTo>
                    <a:pt x="438342" y="112511"/>
                  </a:lnTo>
                  <a:lnTo>
                    <a:pt x="383534" y="-92"/>
                  </a:lnTo>
                  <a:lnTo>
                    <a:pt x="54686" y="-92"/>
                  </a:lnTo>
                  <a:lnTo>
                    <a:pt x="-122" y="112511"/>
                  </a:lnTo>
                  <a:lnTo>
                    <a:pt x="-122" y="113025"/>
                  </a:lnTo>
                  <a:cubicBezTo>
                    <a:pt x="-122" y="143291"/>
                    <a:pt x="24421" y="167833"/>
                    <a:pt x="54686" y="167833"/>
                  </a:cubicBezTo>
                  <a:cubicBezTo>
                    <a:pt x="84952" y="167833"/>
                    <a:pt x="109494" y="143291"/>
                    <a:pt x="109494" y="113025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65"/>
            <p:cNvGrpSpPr/>
            <p:nvPr/>
          </p:nvGrpSpPr>
          <p:grpSpPr>
            <a:xfrm>
              <a:off x="3067479" y="3605744"/>
              <a:ext cx="275392" cy="180505"/>
              <a:chOff x="3067479" y="3605744"/>
              <a:chExt cx="275392" cy="180505"/>
            </a:xfrm>
          </p:grpSpPr>
          <p:sp>
            <p:nvSpPr>
              <p:cNvPr id="660" name="Google Shape;660;p65"/>
              <p:cNvSpPr/>
              <p:nvPr/>
            </p:nvSpPr>
            <p:spPr>
              <a:xfrm>
                <a:off x="3269525" y="3605744"/>
                <a:ext cx="73346" cy="180505"/>
              </a:xfrm>
              <a:custGeom>
                <a:rect b="b" l="l" r="r" t="t"/>
                <a:pathLst>
                  <a:path extrusionOk="0" h="180505" w="73346">
                    <a:moveTo>
                      <a:pt x="0" y="0"/>
                    </a:moveTo>
                    <a:lnTo>
                      <a:pt x="73347" y="0"/>
                    </a:lnTo>
                    <a:lnTo>
                      <a:pt x="73347" y="180506"/>
                    </a:lnTo>
                    <a:lnTo>
                      <a:pt x="0" y="180506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65"/>
              <p:cNvSpPr/>
              <p:nvPr/>
            </p:nvSpPr>
            <p:spPr>
              <a:xfrm>
                <a:off x="3067479" y="3605744"/>
                <a:ext cx="160068" cy="103789"/>
              </a:xfrm>
              <a:custGeom>
                <a:rect b="b" l="l" r="r" t="t"/>
                <a:pathLst>
                  <a:path extrusionOk="0" h="103789" w="160068">
                    <a:moveTo>
                      <a:pt x="0" y="0"/>
                    </a:moveTo>
                    <a:lnTo>
                      <a:pt x="160068" y="0"/>
                    </a:lnTo>
                    <a:lnTo>
                      <a:pt x="160068" y="103789"/>
                    </a:lnTo>
                    <a:lnTo>
                      <a:pt x="0" y="103789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2" name="Google Shape;662;p65"/>
            <p:cNvSpPr/>
            <p:nvPr/>
          </p:nvSpPr>
          <p:spPr>
            <a:xfrm>
              <a:off x="2985951" y="3504059"/>
              <a:ext cx="438463" cy="14713"/>
            </a:xfrm>
            <a:custGeom>
              <a:rect b="b" l="l" r="r" t="t"/>
              <a:pathLst>
                <a:path extrusionOk="0" h="14713" w="438463">
                  <a:moveTo>
                    <a:pt x="0" y="0"/>
                  </a:moveTo>
                  <a:lnTo>
                    <a:pt x="438463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3" name="Google Shape;663;p65"/>
          <p:cNvSpPr/>
          <p:nvPr/>
        </p:nvSpPr>
        <p:spPr>
          <a:xfrm>
            <a:off x="10598379" y="5128854"/>
            <a:ext cx="318076" cy="507837"/>
          </a:xfrm>
          <a:custGeom>
            <a:rect b="b" l="l" r="r" t="t"/>
            <a:pathLst>
              <a:path extrusionOk="0" h="338558" w="212051">
                <a:moveTo>
                  <a:pt x="127621" y="299299"/>
                </a:moveTo>
                <a:lnTo>
                  <a:pt x="127621" y="338466"/>
                </a:lnTo>
                <a:lnTo>
                  <a:pt x="93206" y="338466"/>
                </a:lnTo>
                <a:lnTo>
                  <a:pt x="93206" y="298916"/>
                </a:lnTo>
                <a:cubicBezTo>
                  <a:pt x="59042" y="294855"/>
                  <a:pt x="26701" y="281289"/>
                  <a:pt x="-122" y="259749"/>
                </a:cubicBezTo>
                <a:lnTo>
                  <a:pt x="25186" y="223759"/>
                </a:lnTo>
                <a:cubicBezTo>
                  <a:pt x="44828" y="241269"/>
                  <a:pt x="68914" y="253040"/>
                  <a:pt x="94795" y="257777"/>
                </a:cubicBezTo>
                <a:lnTo>
                  <a:pt x="94795" y="180251"/>
                </a:lnTo>
                <a:cubicBezTo>
                  <a:pt x="37060" y="165229"/>
                  <a:pt x="10163" y="143468"/>
                  <a:pt x="10163" y="98783"/>
                </a:cubicBezTo>
                <a:cubicBezTo>
                  <a:pt x="10163" y="56113"/>
                  <a:pt x="43784" y="26804"/>
                  <a:pt x="93206" y="22846"/>
                </a:cubicBezTo>
                <a:lnTo>
                  <a:pt x="93206" y="-92"/>
                </a:lnTo>
                <a:lnTo>
                  <a:pt x="127621" y="-92"/>
                </a:lnTo>
                <a:lnTo>
                  <a:pt x="127621" y="23641"/>
                </a:lnTo>
                <a:cubicBezTo>
                  <a:pt x="154650" y="26804"/>
                  <a:pt x="180340" y="37192"/>
                  <a:pt x="201969" y="53700"/>
                </a:cubicBezTo>
                <a:lnTo>
                  <a:pt x="179898" y="90867"/>
                </a:lnTo>
                <a:cubicBezTo>
                  <a:pt x="164038" y="78581"/>
                  <a:pt x="145675" y="69944"/>
                  <a:pt x="126106" y="65560"/>
                </a:cubicBezTo>
                <a:lnTo>
                  <a:pt x="126106" y="140702"/>
                </a:lnTo>
                <a:cubicBezTo>
                  <a:pt x="186225" y="155739"/>
                  <a:pt x="211930" y="179869"/>
                  <a:pt x="211930" y="222582"/>
                </a:cubicBezTo>
                <a:cubicBezTo>
                  <a:pt x="211856" y="266164"/>
                  <a:pt x="177853" y="295032"/>
                  <a:pt x="127621" y="299299"/>
                </a:cubicBezTo>
                <a:close/>
                <a:moveTo>
                  <a:pt x="94795" y="62794"/>
                </a:moveTo>
                <a:cubicBezTo>
                  <a:pt x="69885" y="64780"/>
                  <a:pt x="56820" y="78611"/>
                  <a:pt x="56820" y="96017"/>
                </a:cubicBezTo>
                <a:cubicBezTo>
                  <a:pt x="56820" y="112628"/>
                  <a:pt x="64339" y="123310"/>
                  <a:pt x="94795" y="132403"/>
                </a:cubicBezTo>
                <a:close/>
                <a:moveTo>
                  <a:pt x="126032" y="187770"/>
                </a:moveTo>
                <a:lnTo>
                  <a:pt x="126032" y="259366"/>
                </a:lnTo>
                <a:cubicBezTo>
                  <a:pt x="150957" y="257380"/>
                  <a:pt x="165185" y="244329"/>
                  <a:pt x="165185" y="225348"/>
                </a:cubicBezTo>
                <a:cubicBezTo>
                  <a:pt x="165185" y="207619"/>
                  <a:pt x="156886" y="196951"/>
                  <a:pt x="126032" y="187844"/>
                </a:cubicBezTo>
                <a:close/>
              </a:path>
            </a:pathLst>
          </a:custGeom>
          <a:noFill/>
          <a:ln cap="flat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65"/>
          <p:cNvGrpSpPr/>
          <p:nvPr/>
        </p:nvGrpSpPr>
        <p:grpSpPr>
          <a:xfrm>
            <a:off x="14460099" y="5119358"/>
            <a:ext cx="527282" cy="527171"/>
            <a:chOff x="9640066" y="3412905"/>
            <a:chExt cx="351521" cy="351447"/>
          </a:xfrm>
        </p:grpSpPr>
        <p:sp>
          <p:nvSpPr>
            <p:cNvPr id="665" name="Google Shape;665;p65"/>
            <p:cNvSpPr/>
            <p:nvPr/>
          </p:nvSpPr>
          <p:spPr>
            <a:xfrm>
              <a:off x="9640066" y="3412905"/>
              <a:ext cx="351521" cy="351447"/>
            </a:xfrm>
            <a:custGeom>
              <a:rect b="b" l="l" r="r" t="t"/>
              <a:pathLst>
                <a:path extrusionOk="0" h="351447" w="351521">
                  <a:moveTo>
                    <a:pt x="341280" y="250012"/>
                  </a:moveTo>
                  <a:lnTo>
                    <a:pt x="250057" y="341236"/>
                  </a:lnTo>
                  <a:cubicBezTo>
                    <a:pt x="236565" y="354728"/>
                    <a:pt x="214700" y="354728"/>
                    <a:pt x="201193" y="341236"/>
                  </a:cubicBezTo>
                  <a:cubicBezTo>
                    <a:pt x="201193" y="341236"/>
                    <a:pt x="201193" y="341236"/>
                    <a:pt x="201193" y="341236"/>
                  </a:cubicBezTo>
                  <a:lnTo>
                    <a:pt x="16627" y="156684"/>
                  </a:lnTo>
                  <a:cubicBezTo>
                    <a:pt x="10727" y="150784"/>
                    <a:pt x="7151" y="142942"/>
                    <a:pt x="6577" y="134614"/>
                  </a:cubicBezTo>
                  <a:lnTo>
                    <a:pt x="-44" y="36769"/>
                  </a:lnTo>
                  <a:cubicBezTo>
                    <a:pt x="-1309" y="17730"/>
                    <a:pt x="13095" y="1251"/>
                    <a:pt x="32150" y="-15"/>
                  </a:cubicBezTo>
                  <a:cubicBezTo>
                    <a:pt x="33680" y="-118"/>
                    <a:pt x="35210" y="-118"/>
                    <a:pt x="36740" y="-15"/>
                  </a:cubicBezTo>
                  <a:lnTo>
                    <a:pt x="134585" y="6621"/>
                  </a:lnTo>
                  <a:cubicBezTo>
                    <a:pt x="142913" y="7195"/>
                    <a:pt x="150755" y="10755"/>
                    <a:pt x="156655" y="16656"/>
                  </a:cubicBezTo>
                  <a:lnTo>
                    <a:pt x="341280" y="201163"/>
                  </a:lnTo>
                  <a:cubicBezTo>
                    <a:pt x="354773" y="214656"/>
                    <a:pt x="354773" y="236520"/>
                    <a:pt x="341280" y="25001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9688640" y="3464171"/>
              <a:ext cx="51556" cy="51556"/>
            </a:xfrm>
            <a:custGeom>
              <a:rect b="b" l="l" r="r" t="t"/>
              <a:pathLst>
                <a:path extrusionOk="0" h="51556" w="51556">
                  <a:moveTo>
                    <a:pt x="51556" y="25778"/>
                  </a:moveTo>
                  <a:cubicBezTo>
                    <a:pt x="51556" y="40015"/>
                    <a:pt x="40015" y="51556"/>
                    <a:pt x="25778" y="51556"/>
                  </a:cubicBezTo>
                  <a:cubicBezTo>
                    <a:pt x="11541" y="51556"/>
                    <a:pt x="0" y="40015"/>
                    <a:pt x="0" y="25778"/>
                  </a:cubicBezTo>
                  <a:cubicBezTo>
                    <a:pt x="0" y="11541"/>
                    <a:pt x="11541" y="0"/>
                    <a:pt x="25778" y="0"/>
                  </a:cubicBezTo>
                  <a:cubicBezTo>
                    <a:pt x="40015" y="0"/>
                    <a:pt x="51556" y="11541"/>
                    <a:pt x="51556" y="25778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7" name="Google Shape;667;p65"/>
          <p:cNvGrpSpPr/>
          <p:nvPr/>
        </p:nvGrpSpPr>
        <p:grpSpPr>
          <a:xfrm>
            <a:off x="6428727" y="5132892"/>
            <a:ext cx="724479" cy="500046"/>
            <a:chOff x="4285818" y="3421928"/>
            <a:chExt cx="482986" cy="333364"/>
          </a:xfrm>
        </p:grpSpPr>
        <p:sp>
          <p:nvSpPr>
            <p:cNvPr id="668" name="Google Shape;668;p65"/>
            <p:cNvSpPr/>
            <p:nvPr/>
          </p:nvSpPr>
          <p:spPr>
            <a:xfrm>
              <a:off x="4425743" y="3711255"/>
              <a:ext cx="204282" cy="14713"/>
            </a:xfrm>
            <a:custGeom>
              <a:rect b="b" l="l" r="r" t="t"/>
              <a:pathLst>
                <a:path extrusionOk="0" h="14713" w="204282">
                  <a:moveTo>
                    <a:pt x="0" y="0"/>
                  </a:moveTo>
                  <a:lnTo>
                    <a:pt x="204283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4285818" y="3421928"/>
              <a:ext cx="482986" cy="289341"/>
            </a:xfrm>
            <a:custGeom>
              <a:rect b="b" l="l" r="r" t="t"/>
              <a:pathLst>
                <a:path extrusionOk="0" h="289341" w="482986">
                  <a:moveTo>
                    <a:pt x="432147" y="289249"/>
                  </a:moveTo>
                  <a:lnTo>
                    <a:pt x="482865" y="289249"/>
                  </a:lnTo>
                  <a:lnTo>
                    <a:pt x="482865" y="200233"/>
                  </a:lnTo>
                  <a:lnTo>
                    <a:pt x="294134" y="11502"/>
                  </a:lnTo>
                  <a:cubicBezTo>
                    <a:pt x="287145" y="4513"/>
                    <a:pt x="277670" y="570"/>
                    <a:pt x="267782" y="541"/>
                  </a:cubicBezTo>
                  <a:lnTo>
                    <a:pt x="33719" y="-92"/>
                  </a:lnTo>
                  <a:cubicBezTo>
                    <a:pt x="15063" y="-92"/>
                    <a:pt x="-77" y="15004"/>
                    <a:pt x="-122" y="33661"/>
                  </a:cubicBezTo>
                  <a:lnTo>
                    <a:pt x="-122" y="289249"/>
                  </a:lnTo>
                  <a:lnTo>
                    <a:pt x="51744" y="289249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4337668" y="3667217"/>
              <a:ext cx="88075" cy="88075"/>
            </a:xfrm>
            <a:custGeom>
              <a:rect b="b" l="l" r="r" t="t"/>
              <a:pathLst>
                <a:path extrusionOk="0" h="88075" w="88075">
                  <a:moveTo>
                    <a:pt x="88075" y="44038"/>
                  </a:moveTo>
                  <a:cubicBezTo>
                    <a:pt x="88075" y="68359"/>
                    <a:pt x="68359" y="88075"/>
                    <a:pt x="44038" y="88075"/>
                  </a:cubicBezTo>
                  <a:cubicBezTo>
                    <a:pt x="19716" y="88075"/>
                    <a:pt x="0" y="68359"/>
                    <a:pt x="0" y="44038"/>
                  </a:cubicBezTo>
                  <a:cubicBezTo>
                    <a:pt x="0" y="19716"/>
                    <a:pt x="19716" y="0"/>
                    <a:pt x="44038" y="0"/>
                  </a:cubicBezTo>
                  <a:cubicBezTo>
                    <a:pt x="68359" y="0"/>
                    <a:pt x="88075" y="19716"/>
                    <a:pt x="88075" y="44038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4630011" y="3667217"/>
              <a:ext cx="88075" cy="88075"/>
            </a:xfrm>
            <a:custGeom>
              <a:rect b="b" l="l" r="r" t="t"/>
              <a:pathLst>
                <a:path extrusionOk="0" h="88075" w="88075">
                  <a:moveTo>
                    <a:pt x="88075" y="44038"/>
                  </a:moveTo>
                  <a:cubicBezTo>
                    <a:pt x="88075" y="68359"/>
                    <a:pt x="68359" y="88075"/>
                    <a:pt x="44038" y="88075"/>
                  </a:cubicBezTo>
                  <a:cubicBezTo>
                    <a:pt x="19716" y="88075"/>
                    <a:pt x="0" y="68359"/>
                    <a:pt x="0" y="44038"/>
                  </a:cubicBezTo>
                  <a:cubicBezTo>
                    <a:pt x="0" y="19716"/>
                    <a:pt x="19716" y="0"/>
                    <a:pt x="44038" y="0"/>
                  </a:cubicBezTo>
                  <a:cubicBezTo>
                    <a:pt x="68359" y="0"/>
                    <a:pt x="88075" y="19716"/>
                    <a:pt x="88075" y="44038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4285818" y="3619266"/>
              <a:ext cx="287266" cy="14713"/>
            </a:xfrm>
            <a:custGeom>
              <a:rect b="b" l="l" r="r" t="t"/>
              <a:pathLst>
                <a:path extrusionOk="0" h="14713" w="287266">
                  <a:moveTo>
                    <a:pt x="0" y="0"/>
                  </a:moveTo>
                  <a:lnTo>
                    <a:pt x="287267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65"/>
          <p:cNvGrpSpPr/>
          <p:nvPr/>
        </p:nvGrpSpPr>
        <p:grpSpPr>
          <a:xfrm>
            <a:off x="8590622" y="5100427"/>
            <a:ext cx="367095" cy="564911"/>
            <a:chOff x="5727081" y="3400285"/>
            <a:chExt cx="244730" cy="376607"/>
          </a:xfrm>
        </p:grpSpPr>
        <p:sp>
          <p:nvSpPr>
            <p:cNvPr id="674" name="Google Shape;674;p65"/>
            <p:cNvSpPr/>
            <p:nvPr/>
          </p:nvSpPr>
          <p:spPr>
            <a:xfrm>
              <a:off x="5727081" y="3400285"/>
              <a:ext cx="244730" cy="115368"/>
            </a:xfrm>
            <a:custGeom>
              <a:rect b="b" l="l" r="r" t="t"/>
              <a:pathLst>
                <a:path extrusionOk="0" h="115368" w="244730">
                  <a:moveTo>
                    <a:pt x="244609" y="57600"/>
                  </a:moveTo>
                  <a:cubicBezTo>
                    <a:pt x="244609" y="89454"/>
                    <a:pt x="189815" y="115277"/>
                    <a:pt x="122236" y="115277"/>
                  </a:cubicBezTo>
                  <a:cubicBezTo>
                    <a:pt x="54657" y="115277"/>
                    <a:pt x="-122" y="91132"/>
                    <a:pt x="-122" y="59821"/>
                  </a:cubicBezTo>
                  <a:cubicBezTo>
                    <a:pt x="-122" y="28511"/>
                    <a:pt x="54657" y="-92"/>
                    <a:pt x="122236" y="-92"/>
                  </a:cubicBezTo>
                  <a:cubicBezTo>
                    <a:pt x="189815" y="-92"/>
                    <a:pt x="244609" y="25730"/>
                    <a:pt x="244609" y="57600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5727081" y="3457976"/>
              <a:ext cx="244730" cy="318915"/>
            </a:xfrm>
            <a:custGeom>
              <a:rect b="b" l="l" r="r" t="t"/>
              <a:pathLst>
                <a:path extrusionOk="0" h="318915" w="244730">
                  <a:moveTo>
                    <a:pt x="244609" y="-92"/>
                  </a:moveTo>
                  <a:lnTo>
                    <a:pt x="244609" y="261132"/>
                  </a:lnTo>
                  <a:cubicBezTo>
                    <a:pt x="244609" y="293002"/>
                    <a:pt x="189815" y="318823"/>
                    <a:pt x="122236" y="318823"/>
                  </a:cubicBezTo>
                  <a:cubicBezTo>
                    <a:pt x="54657" y="318823"/>
                    <a:pt x="-122" y="290235"/>
                    <a:pt x="-122" y="258910"/>
                  </a:cubicBezTo>
                  <a:lnTo>
                    <a:pt x="-122" y="213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5727081" y="3716979"/>
              <a:ext cx="244730" cy="59913"/>
            </a:xfrm>
            <a:custGeom>
              <a:rect b="b" l="l" r="r" t="t"/>
              <a:pathLst>
                <a:path extrusionOk="0" h="59913" w="244730">
                  <a:moveTo>
                    <a:pt x="244609" y="2130"/>
                  </a:moveTo>
                  <a:cubicBezTo>
                    <a:pt x="244609" y="33999"/>
                    <a:pt x="189815" y="59821"/>
                    <a:pt x="122236" y="59821"/>
                  </a:cubicBezTo>
                  <a:cubicBezTo>
                    <a:pt x="54657" y="59821"/>
                    <a:pt x="-122" y="31233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5727081" y="3631390"/>
              <a:ext cx="244730" cy="58427"/>
            </a:xfrm>
            <a:custGeom>
              <a:rect b="b" l="l" r="r" t="t"/>
              <a:pathLst>
                <a:path extrusionOk="0" h="58427" w="244730">
                  <a:moveTo>
                    <a:pt x="244609" y="643"/>
                  </a:moveTo>
                  <a:cubicBezTo>
                    <a:pt x="244609" y="32498"/>
                    <a:pt x="189815" y="58335"/>
                    <a:pt x="122236" y="58335"/>
                  </a:cubicBezTo>
                  <a:cubicBezTo>
                    <a:pt x="54657" y="58335"/>
                    <a:pt x="-122" y="31218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5727081" y="3545007"/>
              <a:ext cx="244730" cy="57676"/>
            </a:xfrm>
            <a:custGeom>
              <a:rect b="b" l="l" r="r" t="t"/>
              <a:pathLst>
                <a:path extrusionOk="0" h="57676" w="244730">
                  <a:moveTo>
                    <a:pt x="244609" y="-92"/>
                  </a:moveTo>
                  <a:cubicBezTo>
                    <a:pt x="244609" y="31763"/>
                    <a:pt x="189815" y="57585"/>
                    <a:pt x="122236" y="57585"/>
                  </a:cubicBezTo>
                  <a:cubicBezTo>
                    <a:pt x="54657" y="57585"/>
                    <a:pt x="-122" y="31968"/>
                    <a:pt x="-122" y="643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5925214" y="3538989"/>
              <a:ext cx="11800" cy="10888"/>
            </a:xfrm>
            <a:custGeom>
              <a:rect b="b" l="l" r="r" t="t"/>
              <a:pathLst>
                <a:path extrusionOk="0" h="10888" w="11800">
                  <a:moveTo>
                    <a:pt x="11800" y="5444"/>
                  </a:moveTo>
                  <a:cubicBezTo>
                    <a:pt x="11800" y="8451"/>
                    <a:pt x="9159" y="10888"/>
                    <a:pt x="5900" y="10888"/>
                  </a:cubicBezTo>
                  <a:cubicBezTo>
                    <a:pt x="2642" y="10888"/>
                    <a:pt x="0" y="8451"/>
                    <a:pt x="0" y="5444"/>
                  </a:cubicBezTo>
                  <a:cubicBezTo>
                    <a:pt x="0" y="2437"/>
                    <a:pt x="2642" y="0"/>
                    <a:pt x="5900" y="0"/>
                  </a:cubicBezTo>
                  <a:cubicBezTo>
                    <a:pt x="9159" y="0"/>
                    <a:pt x="11800" y="2437"/>
                    <a:pt x="11800" y="544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5925214" y="3626682"/>
              <a:ext cx="11800" cy="10888"/>
            </a:xfrm>
            <a:custGeom>
              <a:rect b="b" l="l" r="r" t="t"/>
              <a:pathLst>
                <a:path extrusionOk="0" h="10888" w="11800">
                  <a:moveTo>
                    <a:pt x="11800" y="5444"/>
                  </a:moveTo>
                  <a:cubicBezTo>
                    <a:pt x="11800" y="8451"/>
                    <a:pt x="9159" y="10888"/>
                    <a:pt x="5900" y="10888"/>
                  </a:cubicBezTo>
                  <a:cubicBezTo>
                    <a:pt x="2642" y="10888"/>
                    <a:pt x="0" y="8451"/>
                    <a:pt x="0" y="5444"/>
                  </a:cubicBezTo>
                  <a:cubicBezTo>
                    <a:pt x="0" y="2437"/>
                    <a:pt x="2642" y="0"/>
                    <a:pt x="5900" y="0"/>
                  </a:cubicBezTo>
                  <a:cubicBezTo>
                    <a:pt x="9159" y="0"/>
                    <a:pt x="11800" y="2437"/>
                    <a:pt x="11800" y="544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5925214" y="3708312"/>
              <a:ext cx="11800" cy="10888"/>
            </a:xfrm>
            <a:custGeom>
              <a:rect b="b" l="l" r="r" t="t"/>
              <a:pathLst>
                <a:path extrusionOk="0" h="10888" w="11800">
                  <a:moveTo>
                    <a:pt x="11800" y="5444"/>
                  </a:moveTo>
                  <a:cubicBezTo>
                    <a:pt x="11800" y="8451"/>
                    <a:pt x="9159" y="10888"/>
                    <a:pt x="5900" y="10888"/>
                  </a:cubicBezTo>
                  <a:cubicBezTo>
                    <a:pt x="2642" y="10888"/>
                    <a:pt x="0" y="8451"/>
                    <a:pt x="0" y="5444"/>
                  </a:cubicBezTo>
                  <a:cubicBezTo>
                    <a:pt x="0" y="2437"/>
                    <a:pt x="2642" y="0"/>
                    <a:pt x="5900" y="0"/>
                  </a:cubicBezTo>
                  <a:cubicBezTo>
                    <a:pt x="9159" y="0"/>
                    <a:pt x="11800" y="2437"/>
                    <a:pt x="11800" y="544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2" name="Google Shape;682;p65"/>
          <p:cNvGrpSpPr/>
          <p:nvPr/>
        </p:nvGrpSpPr>
        <p:grpSpPr>
          <a:xfrm>
            <a:off x="16454046" y="5057070"/>
            <a:ext cx="505651" cy="651721"/>
            <a:chOff x="10969364" y="3371380"/>
            <a:chExt cx="337101" cy="434481"/>
          </a:xfrm>
        </p:grpSpPr>
        <p:sp>
          <p:nvSpPr>
            <p:cNvPr id="683" name="Google Shape;683;p65"/>
            <p:cNvSpPr/>
            <p:nvPr/>
          </p:nvSpPr>
          <p:spPr>
            <a:xfrm>
              <a:off x="10969364" y="3371380"/>
              <a:ext cx="337101" cy="434481"/>
            </a:xfrm>
            <a:custGeom>
              <a:rect b="b" l="l" r="r" t="t"/>
              <a:pathLst>
                <a:path extrusionOk="0" h="434481" w="337101">
                  <a:moveTo>
                    <a:pt x="231381" y="158100"/>
                  </a:moveTo>
                  <a:cubicBezTo>
                    <a:pt x="225481" y="158085"/>
                    <a:pt x="220258" y="161882"/>
                    <a:pt x="218433" y="167487"/>
                  </a:cubicBezTo>
                  <a:lnTo>
                    <a:pt x="138186" y="413615"/>
                  </a:lnTo>
                  <a:cubicBezTo>
                    <a:pt x="133462" y="428579"/>
                    <a:pt x="117925" y="437289"/>
                    <a:pt x="102696" y="433508"/>
                  </a:cubicBezTo>
                  <a:lnTo>
                    <a:pt x="29306" y="415307"/>
                  </a:lnTo>
                  <a:cubicBezTo>
                    <a:pt x="13386" y="411364"/>
                    <a:pt x="3660" y="395268"/>
                    <a:pt x="7603" y="379333"/>
                  </a:cubicBezTo>
                  <a:cubicBezTo>
                    <a:pt x="7735" y="378803"/>
                    <a:pt x="7883" y="378259"/>
                    <a:pt x="8044" y="377729"/>
                  </a:cubicBezTo>
                  <a:lnTo>
                    <a:pt x="75800" y="167326"/>
                  </a:lnTo>
                  <a:lnTo>
                    <a:pt x="74947" y="165192"/>
                  </a:lnTo>
                  <a:lnTo>
                    <a:pt x="26157" y="138310"/>
                  </a:lnTo>
                  <a:cubicBezTo>
                    <a:pt x="10001" y="129453"/>
                    <a:pt x="-62" y="112503"/>
                    <a:pt x="-122" y="94081"/>
                  </a:cubicBezTo>
                  <a:lnTo>
                    <a:pt x="-122" y="55150"/>
                  </a:lnTo>
                  <a:cubicBezTo>
                    <a:pt x="-122" y="31461"/>
                    <a:pt x="18609" y="12024"/>
                    <a:pt x="42268" y="11127"/>
                  </a:cubicBezTo>
                  <a:lnTo>
                    <a:pt x="311835" y="-70"/>
                  </a:lnTo>
                  <a:cubicBezTo>
                    <a:pt x="325150" y="-629"/>
                    <a:pt x="336391" y="9714"/>
                    <a:pt x="336965" y="23030"/>
                  </a:cubicBezTo>
                  <a:cubicBezTo>
                    <a:pt x="336980" y="23368"/>
                    <a:pt x="336980" y="23707"/>
                    <a:pt x="336980" y="24045"/>
                  </a:cubicBezTo>
                  <a:lnTo>
                    <a:pt x="336980" y="134029"/>
                  </a:lnTo>
                  <a:cubicBezTo>
                    <a:pt x="336980" y="147359"/>
                    <a:pt x="326166" y="158174"/>
                    <a:pt x="312836" y="158174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11245920" y="3373712"/>
              <a:ext cx="14713" cy="155860"/>
            </a:xfrm>
            <a:custGeom>
              <a:rect b="b" l="l" r="r" t="t"/>
              <a:pathLst>
                <a:path extrusionOk="0" h="155860" w="14713">
                  <a:moveTo>
                    <a:pt x="0" y="0"/>
                  </a:moveTo>
                  <a:lnTo>
                    <a:pt x="0" y="15586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10969408" y="3459889"/>
              <a:ext cx="276511" cy="14713"/>
            </a:xfrm>
            <a:custGeom>
              <a:rect b="b" l="l" r="r" t="t"/>
              <a:pathLst>
                <a:path extrusionOk="0" h="14713" w="276511">
                  <a:moveTo>
                    <a:pt x="0" y="0"/>
                  </a:moveTo>
                  <a:lnTo>
                    <a:pt x="276511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11129933" y="3615440"/>
              <a:ext cx="53291" cy="101905"/>
            </a:xfrm>
            <a:custGeom>
              <a:rect b="b" l="l" r="r" t="t"/>
              <a:pathLst>
                <a:path extrusionOk="0" h="101905" w="53291">
                  <a:moveTo>
                    <a:pt x="-122" y="101814"/>
                  </a:moveTo>
                  <a:lnTo>
                    <a:pt x="43195" y="101814"/>
                  </a:lnTo>
                  <a:cubicBezTo>
                    <a:pt x="48698" y="101814"/>
                    <a:pt x="53170" y="97341"/>
                    <a:pt x="53170" y="91838"/>
                  </a:cubicBezTo>
                  <a:lnTo>
                    <a:pt x="53170" y="9884"/>
                  </a:lnTo>
                  <a:cubicBezTo>
                    <a:pt x="53170" y="4381"/>
                    <a:pt x="48698" y="-92"/>
                    <a:pt x="43195" y="-92"/>
                  </a:cubicBezTo>
                  <a:lnTo>
                    <a:pt x="43195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11163406" y="3615455"/>
              <a:ext cx="9843" cy="14713"/>
            </a:xfrm>
            <a:custGeom>
              <a:rect b="b" l="l" r="r" t="t"/>
              <a:pathLst>
                <a:path extrusionOk="0" h="14713" w="9843">
                  <a:moveTo>
                    <a:pt x="9843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8" name="Google Shape;688;p65"/>
          <p:cNvGrpSpPr/>
          <p:nvPr/>
        </p:nvGrpSpPr>
        <p:grpSpPr>
          <a:xfrm>
            <a:off x="12448658" y="5073237"/>
            <a:ext cx="583728" cy="619417"/>
            <a:chOff x="8299105" y="3382158"/>
            <a:chExt cx="389152" cy="412945"/>
          </a:xfrm>
        </p:grpSpPr>
        <p:sp>
          <p:nvSpPr>
            <p:cNvPr id="689" name="Google Shape;689;p65"/>
            <p:cNvSpPr/>
            <p:nvPr/>
          </p:nvSpPr>
          <p:spPr>
            <a:xfrm>
              <a:off x="8299105" y="3600153"/>
              <a:ext cx="389152" cy="194950"/>
            </a:xfrm>
            <a:custGeom>
              <a:rect b="b" l="l" r="r" t="t"/>
              <a:pathLst>
                <a:path extrusionOk="0" h="194950" w="389152">
                  <a:moveTo>
                    <a:pt x="109160" y="-92"/>
                  </a:moveTo>
                  <a:lnTo>
                    <a:pt x="9667" y="57718"/>
                  </a:lnTo>
                  <a:cubicBezTo>
                    <a:pt x="324" y="63103"/>
                    <a:pt x="-2898" y="75035"/>
                    <a:pt x="2487" y="84378"/>
                  </a:cubicBezTo>
                  <a:cubicBezTo>
                    <a:pt x="4209" y="87365"/>
                    <a:pt x="6681" y="89837"/>
                    <a:pt x="9667" y="91559"/>
                  </a:cubicBezTo>
                  <a:lnTo>
                    <a:pt x="181330" y="190654"/>
                  </a:lnTo>
                  <a:cubicBezTo>
                    <a:pt x="190982" y="196260"/>
                    <a:pt x="202885" y="196260"/>
                    <a:pt x="212538" y="190654"/>
                  </a:cubicBezTo>
                  <a:lnTo>
                    <a:pt x="379242" y="93780"/>
                  </a:lnTo>
                  <a:cubicBezTo>
                    <a:pt x="388585" y="88395"/>
                    <a:pt x="391807" y="76462"/>
                    <a:pt x="386422" y="67119"/>
                  </a:cubicBezTo>
                  <a:cubicBezTo>
                    <a:pt x="384701" y="64133"/>
                    <a:pt x="382228" y="61661"/>
                    <a:pt x="379242" y="59939"/>
                  </a:cubicBezTo>
                  <a:lnTo>
                    <a:pt x="280661" y="2998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8412977" y="3583689"/>
              <a:ext cx="161451" cy="45155"/>
            </a:xfrm>
            <a:custGeom>
              <a:rect b="b" l="l" r="r" t="t"/>
              <a:pathLst>
                <a:path extrusionOk="0" h="45155" w="161451">
                  <a:moveTo>
                    <a:pt x="161330" y="-92"/>
                  </a:moveTo>
                  <a:cubicBezTo>
                    <a:pt x="161330" y="24847"/>
                    <a:pt x="125194" y="45064"/>
                    <a:pt x="80612" y="45064"/>
                  </a:cubicBezTo>
                  <a:cubicBezTo>
                    <a:pt x="36030" y="45064"/>
                    <a:pt x="-122" y="24847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8436445" y="3491891"/>
              <a:ext cx="114515" cy="32031"/>
            </a:xfrm>
            <a:custGeom>
              <a:rect b="b" l="l" r="r" t="t"/>
              <a:pathLst>
                <a:path extrusionOk="0" h="32031" w="114515">
                  <a:moveTo>
                    <a:pt x="114394" y="-92"/>
                  </a:moveTo>
                  <a:cubicBezTo>
                    <a:pt x="114394" y="17564"/>
                    <a:pt x="88763" y="31939"/>
                    <a:pt x="57144" y="31939"/>
                  </a:cubicBezTo>
                  <a:cubicBezTo>
                    <a:pt x="25524" y="31939"/>
                    <a:pt x="-122" y="17594"/>
                    <a:pt x="-122" y="-92"/>
                  </a:cubicBez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8460752" y="3382158"/>
              <a:ext cx="65887" cy="36842"/>
            </a:xfrm>
            <a:custGeom>
              <a:rect b="b" l="l" r="r" t="t"/>
              <a:pathLst>
                <a:path extrusionOk="0" h="36842" w="65887">
                  <a:moveTo>
                    <a:pt x="65887" y="18421"/>
                  </a:moveTo>
                  <a:cubicBezTo>
                    <a:pt x="65887" y="28595"/>
                    <a:pt x="51138" y="36843"/>
                    <a:pt x="32943" y="36843"/>
                  </a:cubicBezTo>
                  <a:cubicBezTo>
                    <a:pt x="14749" y="36843"/>
                    <a:pt x="0" y="28595"/>
                    <a:pt x="0" y="18421"/>
                  </a:cubicBezTo>
                  <a:cubicBezTo>
                    <a:pt x="0" y="8247"/>
                    <a:pt x="14749" y="0"/>
                    <a:pt x="32943" y="0"/>
                  </a:cubicBezTo>
                  <a:cubicBezTo>
                    <a:pt x="51138" y="0"/>
                    <a:pt x="65887" y="8248"/>
                    <a:pt x="65887" y="18421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8388685" y="3400520"/>
              <a:ext cx="209862" cy="333246"/>
            </a:xfrm>
            <a:custGeom>
              <a:rect b="b" l="l" r="r" t="t"/>
              <a:pathLst>
                <a:path extrusionOk="0" h="333246" w="209862">
                  <a:moveTo>
                    <a:pt x="71901" y="-48"/>
                  </a:moveTo>
                  <a:lnTo>
                    <a:pt x="-122" y="274433"/>
                  </a:lnTo>
                  <a:cubicBezTo>
                    <a:pt x="-122" y="306803"/>
                    <a:pt x="46874" y="333154"/>
                    <a:pt x="104859" y="333154"/>
                  </a:cubicBezTo>
                  <a:cubicBezTo>
                    <a:pt x="161124" y="333154"/>
                    <a:pt x="207045" y="308392"/>
                    <a:pt x="209708" y="277243"/>
                  </a:cubicBezTo>
                  <a:cubicBezTo>
                    <a:pt x="209826" y="275360"/>
                    <a:pt x="209634" y="273462"/>
                    <a:pt x="209119" y="271637"/>
                  </a:cubicBezTo>
                  <a:lnTo>
                    <a:pt x="137803" y="-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65"/>
          <p:cNvGrpSpPr/>
          <p:nvPr/>
        </p:nvGrpSpPr>
        <p:grpSpPr>
          <a:xfrm>
            <a:off x="4562925" y="6769562"/>
            <a:ext cx="489696" cy="625227"/>
            <a:chOff x="3041950" y="4513041"/>
            <a:chExt cx="326464" cy="416818"/>
          </a:xfrm>
        </p:grpSpPr>
        <p:sp>
          <p:nvSpPr>
            <p:cNvPr id="695" name="Google Shape;695;p65"/>
            <p:cNvSpPr/>
            <p:nvPr/>
          </p:nvSpPr>
          <p:spPr>
            <a:xfrm>
              <a:off x="3041950" y="4549764"/>
              <a:ext cx="326464" cy="380095"/>
            </a:xfrm>
            <a:custGeom>
              <a:rect b="b" l="l" r="r" t="t"/>
              <a:pathLst>
                <a:path extrusionOk="0" h="380095" w="326464">
                  <a:moveTo>
                    <a:pt x="58277" y="1262"/>
                  </a:moveTo>
                  <a:lnTo>
                    <a:pt x="48654" y="1262"/>
                  </a:lnTo>
                  <a:cubicBezTo>
                    <a:pt x="21611" y="1365"/>
                    <a:pt x="-224" y="23362"/>
                    <a:pt x="-121" y="50405"/>
                  </a:cubicBezTo>
                  <a:lnTo>
                    <a:pt x="997" y="331242"/>
                  </a:lnTo>
                  <a:cubicBezTo>
                    <a:pt x="1115" y="358286"/>
                    <a:pt x="23111" y="380106"/>
                    <a:pt x="50155" y="380003"/>
                  </a:cubicBezTo>
                  <a:lnTo>
                    <a:pt x="277582" y="378649"/>
                  </a:lnTo>
                  <a:cubicBezTo>
                    <a:pt x="304611" y="378532"/>
                    <a:pt x="326446" y="356535"/>
                    <a:pt x="326343" y="329506"/>
                  </a:cubicBezTo>
                  <a:lnTo>
                    <a:pt x="325224" y="48669"/>
                  </a:lnTo>
                  <a:cubicBezTo>
                    <a:pt x="325107" y="21626"/>
                    <a:pt x="303110" y="-195"/>
                    <a:pt x="276066" y="-92"/>
                  </a:cubicBezTo>
                  <a:lnTo>
                    <a:pt x="266444" y="-92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3042068" y="4626554"/>
              <a:ext cx="325330" cy="1750"/>
            </a:xfrm>
            <a:custGeom>
              <a:rect b="b" l="l" r="r" t="t"/>
              <a:pathLst>
                <a:path extrusionOk="0" h="1750" w="325330">
                  <a:moveTo>
                    <a:pt x="0" y="1751"/>
                  </a:moveTo>
                  <a:lnTo>
                    <a:pt x="325331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5"/>
            <p:cNvSpPr/>
            <p:nvPr/>
          </p:nvSpPr>
          <p:spPr>
            <a:xfrm rot="-13680">
              <a:off x="3100356" y="4514270"/>
              <a:ext cx="27661" cy="76848"/>
            </a:xfrm>
            <a:custGeom>
              <a:rect b="b" l="l" r="r" t="t"/>
              <a:pathLst>
                <a:path extrusionOk="0" h="76848" w="27661">
                  <a:moveTo>
                    <a:pt x="13709" y="-92"/>
                  </a:moveTo>
                  <a:cubicBezTo>
                    <a:pt x="21348" y="-92"/>
                    <a:pt x="27540" y="-92"/>
                    <a:pt x="27540" y="-92"/>
                  </a:cubicBezTo>
                  <a:lnTo>
                    <a:pt x="27540" y="76757"/>
                  </a:lnTo>
                  <a:cubicBezTo>
                    <a:pt x="27540" y="76757"/>
                    <a:pt x="21348" y="76757"/>
                    <a:pt x="13709" y="76757"/>
                  </a:cubicBezTo>
                  <a:lnTo>
                    <a:pt x="13709" y="76757"/>
                  </a:lnTo>
                  <a:cubicBezTo>
                    <a:pt x="6071" y="76757"/>
                    <a:pt x="-122" y="76757"/>
                    <a:pt x="-122" y="76757"/>
                  </a:cubicBezTo>
                  <a:lnTo>
                    <a:pt x="-122" y="-92"/>
                  </a:lnTo>
                  <a:cubicBezTo>
                    <a:pt x="-122" y="-92"/>
                    <a:pt x="6071" y="-92"/>
                    <a:pt x="13709" y="-9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5"/>
            <p:cNvSpPr/>
            <p:nvPr/>
          </p:nvSpPr>
          <p:spPr>
            <a:xfrm rot="-13680">
              <a:off x="3280855" y="4513096"/>
              <a:ext cx="27661" cy="76848"/>
            </a:xfrm>
            <a:custGeom>
              <a:rect b="b" l="l" r="r" t="t"/>
              <a:pathLst>
                <a:path extrusionOk="0" h="76848" w="27661">
                  <a:moveTo>
                    <a:pt x="13709" y="-92"/>
                  </a:moveTo>
                  <a:cubicBezTo>
                    <a:pt x="21348" y="-92"/>
                    <a:pt x="27540" y="-92"/>
                    <a:pt x="27540" y="-92"/>
                  </a:cubicBezTo>
                  <a:lnTo>
                    <a:pt x="27540" y="76756"/>
                  </a:lnTo>
                  <a:cubicBezTo>
                    <a:pt x="27540" y="76756"/>
                    <a:pt x="21348" y="76756"/>
                    <a:pt x="13709" y="76756"/>
                  </a:cubicBezTo>
                  <a:lnTo>
                    <a:pt x="13709" y="76756"/>
                  </a:lnTo>
                  <a:cubicBezTo>
                    <a:pt x="6071" y="76756"/>
                    <a:pt x="-121" y="76756"/>
                    <a:pt x="-121" y="76756"/>
                  </a:cubicBezTo>
                  <a:lnTo>
                    <a:pt x="-121" y="-92"/>
                  </a:lnTo>
                  <a:cubicBezTo>
                    <a:pt x="-121" y="-92"/>
                    <a:pt x="6071" y="-92"/>
                    <a:pt x="13709" y="-9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5"/>
            <p:cNvSpPr/>
            <p:nvPr/>
          </p:nvSpPr>
          <p:spPr>
            <a:xfrm rot="-13680">
              <a:off x="3190606" y="4513881"/>
              <a:ext cx="27661" cy="76848"/>
            </a:xfrm>
            <a:custGeom>
              <a:rect b="b" l="l" r="r" t="t"/>
              <a:pathLst>
                <a:path extrusionOk="0" h="76848" w="27661">
                  <a:moveTo>
                    <a:pt x="13709" y="-92"/>
                  </a:moveTo>
                  <a:cubicBezTo>
                    <a:pt x="21348" y="-92"/>
                    <a:pt x="27540" y="-92"/>
                    <a:pt x="27540" y="-92"/>
                  </a:cubicBezTo>
                  <a:lnTo>
                    <a:pt x="27540" y="76757"/>
                  </a:lnTo>
                  <a:cubicBezTo>
                    <a:pt x="27540" y="76757"/>
                    <a:pt x="21348" y="76757"/>
                    <a:pt x="13709" y="76757"/>
                  </a:cubicBezTo>
                  <a:lnTo>
                    <a:pt x="13709" y="76757"/>
                  </a:lnTo>
                  <a:cubicBezTo>
                    <a:pt x="6071" y="76757"/>
                    <a:pt x="-121" y="76757"/>
                    <a:pt x="-121" y="76757"/>
                  </a:cubicBezTo>
                  <a:lnTo>
                    <a:pt x="-121" y="-92"/>
                  </a:lnTo>
                  <a:cubicBezTo>
                    <a:pt x="-121" y="-92"/>
                    <a:pt x="6071" y="-92"/>
                    <a:pt x="13709" y="-92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0" name="Google Shape;700;p65"/>
            <p:cNvGrpSpPr/>
            <p:nvPr/>
          </p:nvGrpSpPr>
          <p:grpSpPr>
            <a:xfrm>
              <a:off x="3117908" y="4696043"/>
              <a:ext cx="173656" cy="166123"/>
              <a:chOff x="3117908" y="4696043"/>
              <a:chExt cx="173656" cy="166123"/>
            </a:xfrm>
          </p:grpSpPr>
          <p:sp>
            <p:nvSpPr>
              <p:cNvPr id="701" name="Google Shape;701;p65"/>
              <p:cNvSpPr/>
              <p:nvPr/>
            </p:nvSpPr>
            <p:spPr>
              <a:xfrm rot="-13680">
                <a:off x="3118023" y="4696615"/>
                <a:ext cx="58000" cy="58000"/>
              </a:xfrm>
              <a:custGeom>
                <a:rect b="b" l="l" r="r" t="t"/>
                <a:pathLst>
                  <a:path extrusionOk="0" h="58000" w="58000">
                    <a:moveTo>
                      <a:pt x="-121" y="-92"/>
                    </a:moveTo>
                    <a:lnTo>
                      <a:pt x="57879" y="-92"/>
                    </a:lnTo>
                    <a:lnTo>
                      <a:pt x="57879" y="57909"/>
                    </a:lnTo>
                    <a:lnTo>
                      <a:pt x="-121" y="57909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65"/>
              <p:cNvSpPr/>
              <p:nvPr/>
            </p:nvSpPr>
            <p:spPr>
              <a:xfrm rot="-13680">
                <a:off x="3233021" y="4696158"/>
                <a:ext cx="58000" cy="58000"/>
              </a:xfrm>
              <a:custGeom>
                <a:rect b="b" l="l" r="r" t="t"/>
                <a:pathLst>
                  <a:path extrusionOk="0" h="58000" w="58000">
                    <a:moveTo>
                      <a:pt x="-122" y="-92"/>
                    </a:moveTo>
                    <a:lnTo>
                      <a:pt x="57879" y="-92"/>
                    </a:lnTo>
                    <a:lnTo>
                      <a:pt x="57879" y="57909"/>
                    </a:lnTo>
                    <a:lnTo>
                      <a:pt x="-122" y="57909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65"/>
              <p:cNvSpPr/>
              <p:nvPr/>
            </p:nvSpPr>
            <p:spPr>
              <a:xfrm rot="-13680">
                <a:off x="3118451" y="4804051"/>
                <a:ext cx="58000" cy="58000"/>
              </a:xfrm>
              <a:custGeom>
                <a:rect b="b" l="l" r="r" t="t"/>
                <a:pathLst>
                  <a:path extrusionOk="0" h="58000" w="58000">
                    <a:moveTo>
                      <a:pt x="-122" y="-92"/>
                    </a:moveTo>
                    <a:lnTo>
                      <a:pt x="57879" y="-92"/>
                    </a:lnTo>
                    <a:lnTo>
                      <a:pt x="57879" y="57909"/>
                    </a:lnTo>
                    <a:lnTo>
                      <a:pt x="-122" y="57909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65"/>
              <p:cNvSpPr/>
              <p:nvPr/>
            </p:nvSpPr>
            <p:spPr>
              <a:xfrm rot="-13680">
                <a:off x="3233449" y="4803593"/>
                <a:ext cx="58000" cy="58000"/>
              </a:xfrm>
              <a:custGeom>
                <a:rect b="b" l="l" r="r" t="t"/>
                <a:pathLst>
                  <a:path extrusionOk="0" h="58000" w="58000">
                    <a:moveTo>
                      <a:pt x="-121" y="-92"/>
                    </a:moveTo>
                    <a:lnTo>
                      <a:pt x="57879" y="-92"/>
                    </a:lnTo>
                    <a:lnTo>
                      <a:pt x="57879" y="57909"/>
                    </a:lnTo>
                    <a:lnTo>
                      <a:pt x="-121" y="57909"/>
                    </a:lnTo>
                    <a:close/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" name="Google Shape;705;p65"/>
          <p:cNvGrpSpPr/>
          <p:nvPr/>
        </p:nvGrpSpPr>
        <p:grpSpPr>
          <a:xfrm>
            <a:off x="10493280" y="6791188"/>
            <a:ext cx="528186" cy="582125"/>
            <a:chOff x="6995520" y="4527459"/>
            <a:chExt cx="352124" cy="388083"/>
          </a:xfrm>
        </p:grpSpPr>
        <p:sp>
          <p:nvSpPr>
            <p:cNvPr id="706" name="Google Shape;706;p65"/>
            <p:cNvSpPr/>
            <p:nvPr/>
          </p:nvSpPr>
          <p:spPr>
            <a:xfrm>
              <a:off x="6995520" y="4527459"/>
              <a:ext cx="352124" cy="388083"/>
            </a:xfrm>
            <a:custGeom>
              <a:rect b="b" l="l" r="r" t="t"/>
              <a:pathLst>
                <a:path extrusionOk="0" h="388083" w="352124">
                  <a:moveTo>
                    <a:pt x="352003" y="126385"/>
                  </a:moveTo>
                  <a:cubicBezTo>
                    <a:pt x="352003" y="117749"/>
                    <a:pt x="351576" y="109185"/>
                    <a:pt x="350811" y="100725"/>
                  </a:cubicBezTo>
                  <a:lnTo>
                    <a:pt x="175926" y="-92"/>
                  </a:lnTo>
                  <a:lnTo>
                    <a:pt x="1070" y="100725"/>
                  </a:lnTo>
                  <a:cubicBezTo>
                    <a:pt x="305" y="109185"/>
                    <a:pt x="-122" y="117734"/>
                    <a:pt x="-122" y="126385"/>
                  </a:cubicBezTo>
                  <a:cubicBezTo>
                    <a:pt x="-122" y="241283"/>
                    <a:pt x="69503" y="344734"/>
                    <a:pt x="175955" y="387992"/>
                  </a:cubicBezTo>
                  <a:cubicBezTo>
                    <a:pt x="282408" y="344734"/>
                    <a:pt x="352017" y="241283"/>
                    <a:pt x="352003" y="126385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7122748" y="4689366"/>
              <a:ext cx="120901" cy="81689"/>
            </a:xfrm>
            <a:custGeom>
              <a:rect b="b" l="l" r="r" t="t"/>
              <a:pathLst>
                <a:path extrusionOk="0" h="81689" w="120901">
                  <a:moveTo>
                    <a:pt x="0" y="42493"/>
                  </a:moveTo>
                  <a:lnTo>
                    <a:pt x="39197" y="81690"/>
                  </a:lnTo>
                  <a:lnTo>
                    <a:pt x="120901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65"/>
          <p:cNvGrpSpPr/>
          <p:nvPr/>
        </p:nvGrpSpPr>
        <p:grpSpPr>
          <a:xfrm>
            <a:off x="14481161" y="6809988"/>
            <a:ext cx="485170" cy="544500"/>
            <a:chOff x="9654107" y="4539992"/>
            <a:chExt cx="323447" cy="363000"/>
          </a:xfrm>
        </p:grpSpPr>
        <p:sp>
          <p:nvSpPr>
            <p:cNvPr id="709" name="Google Shape;709;p65"/>
            <p:cNvSpPr/>
            <p:nvPr/>
          </p:nvSpPr>
          <p:spPr>
            <a:xfrm>
              <a:off x="9654107" y="4539992"/>
              <a:ext cx="323447" cy="363000"/>
            </a:xfrm>
            <a:custGeom>
              <a:rect b="b" l="l" r="r" t="t"/>
              <a:pathLst>
                <a:path extrusionOk="0" h="363000" w="323447">
                  <a:moveTo>
                    <a:pt x="223907" y="130155"/>
                  </a:moveTo>
                  <a:cubicBezTo>
                    <a:pt x="284129" y="155301"/>
                    <a:pt x="323341" y="214184"/>
                    <a:pt x="323326" y="279438"/>
                  </a:cubicBezTo>
                  <a:lnTo>
                    <a:pt x="323326" y="332407"/>
                  </a:lnTo>
                  <a:cubicBezTo>
                    <a:pt x="323326" y="349254"/>
                    <a:pt x="309672" y="362908"/>
                    <a:pt x="292824" y="362908"/>
                  </a:cubicBezTo>
                  <a:lnTo>
                    <a:pt x="30380" y="362908"/>
                  </a:lnTo>
                  <a:cubicBezTo>
                    <a:pt x="13532" y="362908"/>
                    <a:pt x="-122" y="349254"/>
                    <a:pt x="-122" y="332407"/>
                  </a:cubicBezTo>
                  <a:lnTo>
                    <a:pt x="-122" y="279438"/>
                  </a:lnTo>
                  <a:cubicBezTo>
                    <a:pt x="-107" y="214434"/>
                    <a:pt x="38796" y="155757"/>
                    <a:pt x="98651" y="130420"/>
                  </a:cubicBezTo>
                  <a:lnTo>
                    <a:pt x="99312" y="130155"/>
                  </a:lnTo>
                  <a:cubicBezTo>
                    <a:pt x="71577" y="95755"/>
                    <a:pt x="76963" y="45390"/>
                    <a:pt x="111362" y="17640"/>
                  </a:cubicBezTo>
                  <a:cubicBezTo>
                    <a:pt x="145748" y="-10094"/>
                    <a:pt x="196128" y="-4709"/>
                    <a:pt x="223877" y="29691"/>
                  </a:cubicBezTo>
                  <a:cubicBezTo>
                    <a:pt x="251612" y="64091"/>
                    <a:pt x="246227" y="114456"/>
                    <a:pt x="211826" y="142205"/>
                  </a:cubicBezTo>
                  <a:cubicBezTo>
                    <a:pt x="197599" y="153682"/>
                    <a:pt x="179869" y="159935"/>
                    <a:pt x="161594" y="159935"/>
                  </a:cubicBezTo>
                </a:path>
              </a:pathLst>
            </a:custGeom>
            <a:noFill/>
            <a:ln cap="rnd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9815823" y="4670224"/>
              <a:ext cx="62312" cy="29794"/>
            </a:xfrm>
            <a:custGeom>
              <a:rect b="b" l="l" r="r" t="t"/>
              <a:pathLst>
                <a:path extrusionOk="0" h="29794" w="62312">
                  <a:moveTo>
                    <a:pt x="62191" y="-92"/>
                  </a:moveTo>
                  <a:cubicBezTo>
                    <a:pt x="47006" y="18770"/>
                    <a:pt x="24097" y="29732"/>
                    <a:pt x="-122" y="29703"/>
                  </a:cubicBezTo>
                </a:path>
              </a:pathLst>
            </a:custGeom>
            <a:noFill/>
            <a:ln cap="rnd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1" name="Google Shape;711;p65"/>
          <p:cNvGrpSpPr/>
          <p:nvPr/>
        </p:nvGrpSpPr>
        <p:grpSpPr>
          <a:xfrm>
            <a:off x="6445169" y="6718974"/>
            <a:ext cx="691595" cy="726575"/>
            <a:chOff x="4296779" y="4479316"/>
            <a:chExt cx="461063" cy="484383"/>
          </a:xfrm>
        </p:grpSpPr>
        <p:grpSp>
          <p:nvGrpSpPr>
            <p:cNvPr id="712" name="Google Shape;712;p65"/>
            <p:cNvGrpSpPr/>
            <p:nvPr/>
          </p:nvGrpSpPr>
          <p:grpSpPr>
            <a:xfrm>
              <a:off x="4296779" y="4684334"/>
              <a:ext cx="461063" cy="279365"/>
              <a:chOff x="4296779" y="4684334"/>
              <a:chExt cx="461063" cy="279365"/>
            </a:xfrm>
          </p:grpSpPr>
          <p:sp>
            <p:nvSpPr>
              <p:cNvPr id="713" name="Google Shape;713;p65"/>
              <p:cNvSpPr/>
              <p:nvPr/>
            </p:nvSpPr>
            <p:spPr>
              <a:xfrm>
                <a:off x="4296779" y="4684334"/>
                <a:ext cx="461063" cy="184110"/>
              </a:xfrm>
              <a:custGeom>
                <a:rect b="b" l="l" r="r" t="t"/>
                <a:pathLst>
                  <a:path extrusionOk="0" h="184110" w="461063">
                    <a:moveTo>
                      <a:pt x="85088" y="0"/>
                    </a:moveTo>
                    <a:lnTo>
                      <a:pt x="0" y="49452"/>
                    </a:lnTo>
                    <a:lnTo>
                      <a:pt x="233239" y="184110"/>
                    </a:lnTo>
                    <a:lnTo>
                      <a:pt x="461063" y="51703"/>
                    </a:lnTo>
                    <a:lnTo>
                      <a:pt x="375504" y="2310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65"/>
              <p:cNvSpPr/>
              <p:nvPr/>
            </p:nvSpPr>
            <p:spPr>
              <a:xfrm>
                <a:off x="4530018" y="4736037"/>
                <a:ext cx="227824" cy="227662"/>
              </a:xfrm>
              <a:custGeom>
                <a:rect b="b" l="l" r="r" t="t"/>
                <a:pathLst>
                  <a:path extrusionOk="0" h="227662" w="227824">
                    <a:moveTo>
                      <a:pt x="0" y="227662"/>
                    </a:moveTo>
                    <a:lnTo>
                      <a:pt x="227824" y="95255"/>
                    </a:lnTo>
                    <a:lnTo>
                      <a:pt x="227824" y="0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65"/>
              <p:cNvSpPr/>
              <p:nvPr/>
            </p:nvSpPr>
            <p:spPr>
              <a:xfrm>
                <a:off x="4296779" y="4733536"/>
                <a:ext cx="233238" cy="230163"/>
              </a:xfrm>
              <a:custGeom>
                <a:rect b="b" l="l" r="r" t="t"/>
                <a:pathLst>
                  <a:path extrusionOk="0" h="230163" w="233238">
                    <a:moveTo>
                      <a:pt x="0" y="0"/>
                    </a:moveTo>
                    <a:lnTo>
                      <a:pt x="0" y="95505"/>
                    </a:lnTo>
                    <a:lnTo>
                      <a:pt x="60223" y="130274"/>
                    </a:lnTo>
                    <a:lnTo>
                      <a:pt x="59693" y="83808"/>
                    </a:lnTo>
                    <a:lnTo>
                      <a:pt x="171413" y="148312"/>
                    </a:lnTo>
                    <a:lnTo>
                      <a:pt x="172207" y="194925"/>
                    </a:lnTo>
                    <a:lnTo>
                      <a:pt x="233239" y="230164"/>
                    </a:lnTo>
                    <a:lnTo>
                      <a:pt x="233239" y="134908"/>
                    </a:lnTo>
                    <a:lnTo>
                      <a:pt x="0" y="250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65"/>
              <p:cNvSpPr/>
              <p:nvPr/>
            </p:nvSpPr>
            <p:spPr>
              <a:xfrm>
                <a:off x="4374525" y="4753561"/>
                <a:ext cx="43257" cy="25145"/>
              </a:xfrm>
              <a:custGeom>
                <a:rect b="b" l="l" r="r" t="t"/>
                <a:pathLst>
                  <a:path extrusionOk="0" h="25145" w="43257">
                    <a:moveTo>
                      <a:pt x="43258" y="0"/>
                    </a:moveTo>
                    <a:lnTo>
                      <a:pt x="0" y="25145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65"/>
              <p:cNvSpPr/>
              <p:nvPr/>
            </p:nvSpPr>
            <p:spPr>
              <a:xfrm>
                <a:off x="4452272" y="4798614"/>
                <a:ext cx="43037" cy="25012"/>
              </a:xfrm>
              <a:custGeom>
                <a:rect b="b" l="l" r="r" t="t"/>
                <a:pathLst>
                  <a:path extrusionOk="0" h="25012" w="43037">
                    <a:moveTo>
                      <a:pt x="43037" y="0"/>
                    </a:moveTo>
                    <a:lnTo>
                      <a:pt x="0" y="25013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65"/>
              <p:cNvSpPr/>
              <p:nvPr/>
            </p:nvSpPr>
            <p:spPr>
              <a:xfrm>
                <a:off x="4356546" y="4841578"/>
                <a:ext cx="38255" cy="22232"/>
              </a:xfrm>
              <a:custGeom>
                <a:rect b="b" l="l" r="r" t="t"/>
                <a:pathLst>
                  <a:path extrusionOk="0" h="22232" w="38255">
                    <a:moveTo>
                      <a:pt x="38255" y="0"/>
                    </a:moveTo>
                    <a:lnTo>
                      <a:pt x="0" y="22232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9" name="Google Shape;719;p65"/>
            <p:cNvGrpSpPr/>
            <p:nvPr/>
          </p:nvGrpSpPr>
          <p:grpSpPr>
            <a:xfrm>
              <a:off x="4381867" y="4479316"/>
              <a:ext cx="290901" cy="337042"/>
              <a:chOff x="4381867" y="4479316"/>
              <a:chExt cx="290901" cy="337042"/>
            </a:xfrm>
          </p:grpSpPr>
          <p:grpSp>
            <p:nvGrpSpPr>
              <p:cNvPr id="720" name="Google Shape;720;p65"/>
              <p:cNvGrpSpPr/>
              <p:nvPr/>
            </p:nvGrpSpPr>
            <p:grpSpPr>
              <a:xfrm>
                <a:off x="4381867" y="4479316"/>
                <a:ext cx="290901" cy="337042"/>
                <a:chOff x="4381867" y="4479316"/>
                <a:chExt cx="290901" cy="337042"/>
              </a:xfrm>
            </p:grpSpPr>
            <p:sp>
              <p:nvSpPr>
                <p:cNvPr id="721" name="Google Shape;721;p65"/>
                <p:cNvSpPr/>
                <p:nvPr/>
              </p:nvSpPr>
              <p:spPr>
                <a:xfrm>
                  <a:off x="4525368" y="4562712"/>
                  <a:ext cx="147400" cy="253646"/>
                </a:xfrm>
                <a:custGeom>
                  <a:rect b="b" l="l" r="r" t="t"/>
                  <a:pathLst>
                    <a:path extrusionOk="0" h="253646" w="147400">
                      <a:moveTo>
                        <a:pt x="146915" y="0"/>
                      </a:moveTo>
                      <a:lnTo>
                        <a:pt x="147400" y="168823"/>
                      </a:lnTo>
                      <a:lnTo>
                        <a:pt x="486" y="253646"/>
                      </a:lnTo>
                      <a:lnTo>
                        <a:pt x="0" y="84823"/>
                      </a:lnTo>
                      <a:lnTo>
                        <a:pt x="146915" y="0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65"/>
                <p:cNvSpPr/>
                <p:nvPr/>
              </p:nvSpPr>
              <p:spPr>
                <a:xfrm>
                  <a:off x="4381867" y="4564139"/>
                  <a:ext cx="143986" cy="252219"/>
                </a:xfrm>
                <a:custGeom>
                  <a:rect b="b" l="l" r="r" t="t"/>
                  <a:pathLst>
                    <a:path extrusionOk="0" h="252219" w="143986">
                      <a:moveTo>
                        <a:pt x="143987" y="252219"/>
                      </a:moveTo>
                      <a:lnTo>
                        <a:pt x="471" y="168823"/>
                      </a:lnTo>
                      <a:lnTo>
                        <a:pt x="0" y="0"/>
                      </a:lnTo>
                      <a:lnTo>
                        <a:pt x="143501" y="83396"/>
                      </a:lnTo>
                      <a:lnTo>
                        <a:pt x="143987" y="252219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3" name="Google Shape;723;p65"/>
                <p:cNvSpPr/>
                <p:nvPr/>
              </p:nvSpPr>
              <p:spPr>
                <a:xfrm>
                  <a:off x="4381867" y="4479316"/>
                  <a:ext cx="290415" cy="168219"/>
                </a:xfrm>
                <a:custGeom>
                  <a:rect b="b" l="l" r="r" t="t"/>
                  <a:pathLst>
                    <a:path extrusionOk="0" h="168219" w="290415">
                      <a:moveTo>
                        <a:pt x="143501" y="168220"/>
                      </a:moveTo>
                      <a:lnTo>
                        <a:pt x="0" y="84823"/>
                      </a:lnTo>
                      <a:lnTo>
                        <a:pt x="146915" y="0"/>
                      </a:lnTo>
                      <a:lnTo>
                        <a:pt x="290416" y="83396"/>
                      </a:lnTo>
                      <a:lnTo>
                        <a:pt x="143501" y="168220"/>
                      </a:lnTo>
                      <a:close/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4" name="Google Shape;724;p65"/>
              <p:cNvSpPr/>
              <p:nvPr/>
            </p:nvSpPr>
            <p:spPr>
              <a:xfrm>
                <a:off x="4460688" y="4521014"/>
                <a:ext cx="143515" cy="83410"/>
              </a:xfrm>
              <a:custGeom>
                <a:rect b="b" l="l" r="r" t="t"/>
                <a:pathLst>
                  <a:path extrusionOk="0" h="83410" w="143515">
                    <a:moveTo>
                      <a:pt x="0" y="0"/>
                    </a:moveTo>
                    <a:lnTo>
                      <a:pt x="143516" y="83411"/>
                    </a:lnTo>
                  </a:path>
                </a:pathLst>
              </a:custGeom>
              <a:noFill/>
              <a:ln cap="flat" cmpd="sng" w="1647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" name="Google Shape;725;p65"/>
          <p:cNvGrpSpPr/>
          <p:nvPr/>
        </p:nvGrpSpPr>
        <p:grpSpPr>
          <a:xfrm>
            <a:off x="8428361" y="6810522"/>
            <a:ext cx="691615" cy="543480"/>
            <a:chOff x="5618907" y="4540348"/>
            <a:chExt cx="461077" cy="362320"/>
          </a:xfrm>
        </p:grpSpPr>
        <p:sp>
          <p:nvSpPr>
            <p:cNvPr id="726" name="Google Shape;726;p65"/>
            <p:cNvSpPr/>
            <p:nvPr/>
          </p:nvSpPr>
          <p:spPr>
            <a:xfrm>
              <a:off x="5618907" y="4540348"/>
              <a:ext cx="461077" cy="267065"/>
            </a:xfrm>
            <a:custGeom>
              <a:rect b="b" l="l" r="r" t="t"/>
              <a:pathLst>
                <a:path extrusionOk="0" h="267065" w="461077">
                  <a:moveTo>
                    <a:pt x="233239" y="267065"/>
                  </a:moveTo>
                  <a:lnTo>
                    <a:pt x="461078" y="134673"/>
                  </a:lnTo>
                  <a:lnTo>
                    <a:pt x="227824" y="0"/>
                  </a:lnTo>
                  <a:lnTo>
                    <a:pt x="0" y="132407"/>
                  </a:lnTo>
                  <a:lnTo>
                    <a:pt x="233239" y="267065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5852146" y="4675021"/>
              <a:ext cx="227838" cy="227647"/>
            </a:xfrm>
            <a:custGeom>
              <a:rect b="b" l="l" r="r" t="t"/>
              <a:pathLst>
                <a:path extrusionOk="0" h="227647" w="227838">
                  <a:moveTo>
                    <a:pt x="0" y="227648"/>
                  </a:moveTo>
                  <a:lnTo>
                    <a:pt x="227839" y="95255"/>
                  </a:lnTo>
                  <a:lnTo>
                    <a:pt x="227839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5618907" y="4672505"/>
              <a:ext cx="233238" cy="230163"/>
            </a:xfrm>
            <a:custGeom>
              <a:rect b="b" l="l" r="r" t="t"/>
              <a:pathLst>
                <a:path extrusionOk="0" h="230163" w="233238">
                  <a:moveTo>
                    <a:pt x="0" y="0"/>
                  </a:moveTo>
                  <a:lnTo>
                    <a:pt x="0" y="95505"/>
                  </a:lnTo>
                  <a:lnTo>
                    <a:pt x="60223" y="130274"/>
                  </a:lnTo>
                  <a:lnTo>
                    <a:pt x="59693" y="83823"/>
                  </a:lnTo>
                  <a:lnTo>
                    <a:pt x="171413" y="148312"/>
                  </a:lnTo>
                  <a:lnTo>
                    <a:pt x="172207" y="194925"/>
                  </a:lnTo>
                  <a:lnTo>
                    <a:pt x="233239" y="230164"/>
                  </a:lnTo>
                  <a:lnTo>
                    <a:pt x="233239" y="134908"/>
                  </a:lnTo>
                  <a:lnTo>
                    <a:pt x="0" y="25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5696654" y="4585268"/>
              <a:ext cx="227824" cy="132407"/>
            </a:xfrm>
            <a:custGeom>
              <a:rect b="b" l="l" r="r" t="t"/>
              <a:pathLst>
                <a:path extrusionOk="0" h="132407" w="227824">
                  <a:moveTo>
                    <a:pt x="227824" y="0"/>
                  </a:moveTo>
                  <a:lnTo>
                    <a:pt x="0" y="132407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5774400" y="4630188"/>
              <a:ext cx="227824" cy="132407"/>
            </a:xfrm>
            <a:custGeom>
              <a:rect b="b" l="l" r="r" t="t"/>
              <a:pathLst>
                <a:path extrusionOk="0" h="132407" w="227824">
                  <a:moveTo>
                    <a:pt x="227824" y="0"/>
                  </a:moveTo>
                  <a:lnTo>
                    <a:pt x="0" y="132407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5678674" y="4780546"/>
              <a:ext cx="38255" cy="22232"/>
            </a:xfrm>
            <a:custGeom>
              <a:rect b="b" l="l" r="r" t="t"/>
              <a:pathLst>
                <a:path extrusionOk="0" h="22232" w="38255">
                  <a:moveTo>
                    <a:pt x="38255" y="0"/>
                  </a:moveTo>
                  <a:lnTo>
                    <a:pt x="0" y="2223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65"/>
          <p:cNvGrpSpPr/>
          <p:nvPr/>
        </p:nvGrpSpPr>
        <p:grpSpPr>
          <a:xfrm>
            <a:off x="16342128" y="6857708"/>
            <a:ext cx="729621" cy="449130"/>
            <a:chOff x="10894752" y="4571805"/>
            <a:chExt cx="486414" cy="299420"/>
          </a:xfrm>
        </p:grpSpPr>
        <p:sp>
          <p:nvSpPr>
            <p:cNvPr id="733" name="Google Shape;733;p65"/>
            <p:cNvSpPr/>
            <p:nvPr/>
          </p:nvSpPr>
          <p:spPr>
            <a:xfrm>
              <a:off x="11137966" y="4571805"/>
              <a:ext cx="14713" cy="299420"/>
            </a:xfrm>
            <a:custGeom>
              <a:rect b="b" l="l" r="r" t="t"/>
              <a:pathLst>
                <a:path extrusionOk="0" h="299420" w="14713">
                  <a:moveTo>
                    <a:pt x="0" y="0"/>
                  </a:moveTo>
                  <a:lnTo>
                    <a:pt x="0" y="29942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4" name="Google Shape;734;p65"/>
            <p:cNvGrpSpPr/>
            <p:nvPr/>
          </p:nvGrpSpPr>
          <p:grpSpPr>
            <a:xfrm>
              <a:off x="10894752" y="4640797"/>
              <a:ext cx="486414" cy="161436"/>
              <a:chOff x="10894752" y="4640797"/>
              <a:chExt cx="486414" cy="161436"/>
            </a:xfrm>
          </p:grpSpPr>
          <p:grpSp>
            <p:nvGrpSpPr>
              <p:cNvPr id="735" name="Google Shape;735;p65"/>
              <p:cNvGrpSpPr/>
              <p:nvPr/>
            </p:nvGrpSpPr>
            <p:grpSpPr>
              <a:xfrm>
                <a:off x="10894752" y="4640797"/>
                <a:ext cx="180358" cy="161436"/>
                <a:chOff x="10894752" y="4640797"/>
                <a:chExt cx="180358" cy="161436"/>
              </a:xfrm>
            </p:grpSpPr>
            <p:sp>
              <p:nvSpPr>
                <p:cNvPr id="736" name="Google Shape;736;p65"/>
                <p:cNvSpPr/>
                <p:nvPr/>
              </p:nvSpPr>
              <p:spPr>
                <a:xfrm>
                  <a:off x="10894752" y="4721515"/>
                  <a:ext cx="180358" cy="14713"/>
                </a:xfrm>
                <a:custGeom>
                  <a:rect b="b" l="l" r="r" t="t"/>
                  <a:pathLst>
                    <a:path extrusionOk="0" h="14713" w="180358">
                      <a:moveTo>
                        <a:pt x="0" y="0"/>
                      </a:moveTo>
                      <a:lnTo>
                        <a:pt x="180358" y="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" name="Google Shape;737;p65"/>
                <p:cNvSpPr/>
                <p:nvPr/>
              </p:nvSpPr>
              <p:spPr>
                <a:xfrm>
                  <a:off x="10994391" y="4640797"/>
                  <a:ext cx="80718" cy="161436"/>
                </a:xfrm>
                <a:custGeom>
                  <a:rect b="b" l="l" r="r" t="t"/>
                  <a:pathLst>
                    <a:path extrusionOk="0" h="161436" w="80718">
                      <a:moveTo>
                        <a:pt x="0" y="0"/>
                      </a:moveTo>
                      <a:lnTo>
                        <a:pt x="80719" y="80718"/>
                      </a:lnTo>
                      <a:lnTo>
                        <a:pt x="0" y="161437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8" name="Google Shape;738;p65"/>
              <p:cNvGrpSpPr/>
              <p:nvPr/>
            </p:nvGrpSpPr>
            <p:grpSpPr>
              <a:xfrm>
                <a:off x="11200808" y="4640797"/>
                <a:ext cx="180358" cy="161436"/>
                <a:chOff x="11200808" y="4640797"/>
                <a:chExt cx="180358" cy="161436"/>
              </a:xfrm>
            </p:grpSpPr>
            <p:sp>
              <p:nvSpPr>
                <p:cNvPr id="739" name="Google Shape;739;p65"/>
                <p:cNvSpPr/>
                <p:nvPr/>
              </p:nvSpPr>
              <p:spPr>
                <a:xfrm>
                  <a:off x="11200808" y="4721515"/>
                  <a:ext cx="180358" cy="14713"/>
                </a:xfrm>
                <a:custGeom>
                  <a:rect b="b" l="l" r="r" t="t"/>
                  <a:pathLst>
                    <a:path extrusionOk="0" h="14713" w="180358">
                      <a:moveTo>
                        <a:pt x="18035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" name="Google Shape;740;p65"/>
                <p:cNvSpPr/>
                <p:nvPr/>
              </p:nvSpPr>
              <p:spPr>
                <a:xfrm>
                  <a:off x="11200808" y="4640797"/>
                  <a:ext cx="80717" cy="161436"/>
                </a:xfrm>
                <a:custGeom>
                  <a:rect b="b" l="l" r="r" t="t"/>
                  <a:pathLst>
                    <a:path extrusionOk="0" h="161436" w="80717">
                      <a:moveTo>
                        <a:pt x="80718" y="161437"/>
                      </a:moveTo>
                      <a:lnTo>
                        <a:pt x="0" y="80718"/>
                      </a:lnTo>
                      <a:lnTo>
                        <a:pt x="80718" y="0"/>
                      </a:lnTo>
                    </a:path>
                  </a:pathLst>
                </a:custGeom>
                <a:noFill/>
                <a:ln cap="flat" cmpd="sng" w="1647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41" name="Google Shape;741;p65"/>
          <p:cNvGrpSpPr/>
          <p:nvPr/>
        </p:nvGrpSpPr>
        <p:grpSpPr>
          <a:xfrm>
            <a:off x="12477488" y="6854065"/>
            <a:ext cx="526112" cy="456392"/>
            <a:chOff x="8318325" y="4569377"/>
            <a:chExt cx="350741" cy="304261"/>
          </a:xfrm>
        </p:grpSpPr>
        <p:sp>
          <p:nvSpPr>
            <p:cNvPr id="742" name="Google Shape;742;p65"/>
            <p:cNvSpPr/>
            <p:nvPr/>
          </p:nvSpPr>
          <p:spPr>
            <a:xfrm>
              <a:off x="8358404" y="4707611"/>
              <a:ext cx="14713" cy="166027"/>
            </a:xfrm>
            <a:custGeom>
              <a:rect b="b" l="l" r="r" t="t"/>
              <a:pathLst>
                <a:path extrusionOk="0" h="166027" w="14713">
                  <a:moveTo>
                    <a:pt x="0" y="0"/>
                  </a:moveTo>
                  <a:lnTo>
                    <a:pt x="0" y="166028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8358404" y="4569377"/>
              <a:ext cx="14713" cy="58089"/>
            </a:xfrm>
            <a:custGeom>
              <a:rect b="b" l="l" r="r" t="t"/>
              <a:pathLst>
                <a:path extrusionOk="0" h="58089" w="14713">
                  <a:moveTo>
                    <a:pt x="0" y="0"/>
                  </a:moveTo>
                  <a:lnTo>
                    <a:pt x="0" y="58089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8493695" y="4834515"/>
              <a:ext cx="14713" cy="39123"/>
            </a:xfrm>
            <a:custGeom>
              <a:rect b="b" l="l" r="r" t="t"/>
              <a:pathLst>
                <a:path extrusionOk="0" h="39123" w="14713">
                  <a:moveTo>
                    <a:pt x="0" y="0"/>
                  </a:moveTo>
                  <a:lnTo>
                    <a:pt x="0" y="39123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8493695" y="4569377"/>
              <a:ext cx="14713" cy="184993"/>
            </a:xfrm>
            <a:custGeom>
              <a:rect b="b" l="l" r="r" t="t"/>
              <a:pathLst>
                <a:path extrusionOk="0" h="184993" w="14713">
                  <a:moveTo>
                    <a:pt x="0" y="0"/>
                  </a:moveTo>
                  <a:lnTo>
                    <a:pt x="0" y="184993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8628986" y="4761978"/>
              <a:ext cx="14713" cy="111660"/>
            </a:xfrm>
            <a:custGeom>
              <a:rect b="b" l="l" r="r" t="t"/>
              <a:pathLst>
                <a:path extrusionOk="0" h="111660" w="14713">
                  <a:moveTo>
                    <a:pt x="0" y="0"/>
                  </a:moveTo>
                  <a:lnTo>
                    <a:pt x="0" y="111661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8628986" y="4569377"/>
              <a:ext cx="14713" cy="112455"/>
            </a:xfrm>
            <a:custGeom>
              <a:rect b="b" l="l" r="r" t="t"/>
              <a:pathLst>
                <a:path extrusionOk="0" h="112455" w="14713">
                  <a:moveTo>
                    <a:pt x="0" y="0"/>
                  </a:moveTo>
                  <a:lnTo>
                    <a:pt x="0" y="112456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8318325" y="4627466"/>
              <a:ext cx="80159" cy="80159"/>
            </a:xfrm>
            <a:custGeom>
              <a:rect b="b" l="l" r="r" t="t"/>
              <a:pathLst>
                <a:path extrusionOk="0" h="80159" w="80159">
                  <a:moveTo>
                    <a:pt x="80159" y="40080"/>
                  </a:moveTo>
                  <a:cubicBezTo>
                    <a:pt x="80159" y="62215"/>
                    <a:pt x="62215" y="80159"/>
                    <a:pt x="40080" y="80159"/>
                  </a:cubicBezTo>
                  <a:cubicBezTo>
                    <a:pt x="17944" y="80159"/>
                    <a:pt x="0" y="62215"/>
                    <a:pt x="0" y="40080"/>
                  </a:cubicBezTo>
                  <a:cubicBezTo>
                    <a:pt x="0" y="17944"/>
                    <a:pt x="17944" y="0"/>
                    <a:pt x="40080" y="0"/>
                  </a:cubicBezTo>
                  <a:cubicBezTo>
                    <a:pt x="62215" y="0"/>
                    <a:pt x="80159" y="17944"/>
                    <a:pt x="80159" y="40080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8453616" y="4754371"/>
              <a:ext cx="80159" cy="80159"/>
            </a:xfrm>
            <a:custGeom>
              <a:rect b="b" l="l" r="r" t="t"/>
              <a:pathLst>
                <a:path extrusionOk="0" h="80159" w="80159">
                  <a:moveTo>
                    <a:pt x="80159" y="40080"/>
                  </a:moveTo>
                  <a:cubicBezTo>
                    <a:pt x="80159" y="62215"/>
                    <a:pt x="62215" y="80159"/>
                    <a:pt x="40080" y="80159"/>
                  </a:cubicBezTo>
                  <a:cubicBezTo>
                    <a:pt x="17944" y="80159"/>
                    <a:pt x="0" y="62215"/>
                    <a:pt x="0" y="40080"/>
                  </a:cubicBezTo>
                  <a:cubicBezTo>
                    <a:pt x="0" y="17944"/>
                    <a:pt x="17944" y="0"/>
                    <a:pt x="40080" y="0"/>
                  </a:cubicBezTo>
                  <a:cubicBezTo>
                    <a:pt x="62215" y="0"/>
                    <a:pt x="80159" y="17944"/>
                    <a:pt x="80159" y="40080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8588907" y="4681833"/>
              <a:ext cx="80159" cy="80159"/>
            </a:xfrm>
            <a:custGeom>
              <a:rect b="b" l="l" r="r" t="t"/>
              <a:pathLst>
                <a:path extrusionOk="0" h="80159" w="80159">
                  <a:moveTo>
                    <a:pt x="80159" y="40080"/>
                  </a:moveTo>
                  <a:cubicBezTo>
                    <a:pt x="80159" y="62215"/>
                    <a:pt x="62215" y="80159"/>
                    <a:pt x="40080" y="80159"/>
                  </a:cubicBezTo>
                  <a:cubicBezTo>
                    <a:pt x="17944" y="80159"/>
                    <a:pt x="0" y="62215"/>
                    <a:pt x="0" y="40080"/>
                  </a:cubicBezTo>
                  <a:cubicBezTo>
                    <a:pt x="0" y="17944"/>
                    <a:pt x="17944" y="0"/>
                    <a:pt x="40080" y="0"/>
                  </a:cubicBezTo>
                  <a:cubicBezTo>
                    <a:pt x="62215" y="0"/>
                    <a:pt x="80159" y="17944"/>
                    <a:pt x="80159" y="40080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65"/>
          <p:cNvGrpSpPr/>
          <p:nvPr/>
        </p:nvGrpSpPr>
        <p:grpSpPr>
          <a:xfrm>
            <a:off x="12486581" y="8519204"/>
            <a:ext cx="507933" cy="524876"/>
            <a:chOff x="8324387" y="5679469"/>
            <a:chExt cx="338622" cy="349917"/>
          </a:xfrm>
        </p:grpSpPr>
        <p:sp>
          <p:nvSpPr>
            <p:cNvPr id="752" name="Google Shape;752;p65"/>
            <p:cNvSpPr/>
            <p:nvPr/>
          </p:nvSpPr>
          <p:spPr>
            <a:xfrm>
              <a:off x="8425601" y="5679469"/>
              <a:ext cx="237408" cy="349902"/>
            </a:xfrm>
            <a:custGeom>
              <a:rect b="b" l="l" r="r" t="t"/>
              <a:pathLst>
                <a:path extrusionOk="0" h="349902" w="237408">
                  <a:moveTo>
                    <a:pt x="190448" y="123075"/>
                  </a:moveTo>
                  <a:lnTo>
                    <a:pt x="97032" y="123075"/>
                  </a:lnTo>
                  <a:lnTo>
                    <a:pt x="125488" y="45314"/>
                  </a:lnTo>
                  <a:cubicBezTo>
                    <a:pt x="127768" y="39090"/>
                    <a:pt x="128945" y="32513"/>
                    <a:pt x="128945" y="25878"/>
                  </a:cubicBezTo>
                  <a:lnTo>
                    <a:pt x="128945" y="25878"/>
                  </a:lnTo>
                  <a:cubicBezTo>
                    <a:pt x="128945" y="11532"/>
                    <a:pt x="117322" y="-92"/>
                    <a:pt x="102976" y="-92"/>
                  </a:cubicBezTo>
                  <a:lnTo>
                    <a:pt x="87586" y="-92"/>
                  </a:lnTo>
                  <a:cubicBezTo>
                    <a:pt x="79478" y="-92"/>
                    <a:pt x="71975" y="4145"/>
                    <a:pt x="67766" y="11076"/>
                  </a:cubicBezTo>
                  <a:lnTo>
                    <a:pt x="-122" y="123075"/>
                  </a:lnTo>
                  <a:lnTo>
                    <a:pt x="-122" y="349810"/>
                  </a:lnTo>
                  <a:lnTo>
                    <a:pt x="177824" y="349810"/>
                  </a:lnTo>
                  <a:cubicBezTo>
                    <a:pt x="201969" y="349810"/>
                    <a:pt x="222170" y="331448"/>
                    <a:pt x="224451" y="307406"/>
                  </a:cubicBezTo>
                  <a:lnTo>
                    <a:pt x="237075" y="174337"/>
                  </a:lnTo>
                  <a:cubicBezTo>
                    <a:pt x="239518" y="148588"/>
                    <a:pt x="220625" y="125738"/>
                    <a:pt x="194877" y="123281"/>
                  </a:cubicBezTo>
                  <a:cubicBezTo>
                    <a:pt x="193405" y="123149"/>
                    <a:pt x="191934" y="123075"/>
                    <a:pt x="190448" y="123075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8324387" y="5802636"/>
              <a:ext cx="101214" cy="226750"/>
            </a:xfrm>
            <a:custGeom>
              <a:rect b="b" l="l" r="r" t="t"/>
              <a:pathLst>
                <a:path extrusionOk="0" h="226750" w="101214">
                  <a:moveTo>
                    <a:pt x="0" y="0"/>
                  </a:moveTo>
                  <a:lnTo>
                    <a:pt x="101214" y="0"/>
                  </a:lnTo>
                  <a:lnTo>
                    <a:pt x="101214" y="226750"/>
                  </a:lnTo>
                  <a:lnTo>
                    <a:pt x="0" y="226750"/>
                  </a:ln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4" name="Google Shape;754;p65"/>
          <p:cNvGrpSpPr/>
          <p:nvPr/>
        </p:nvGrpSpPr>
        <p:grpSpPr>
          <a:xfrm>
            <a:off x="6420009" y="8531629"/>
            <a:ext cx="741913" cy="499957"/>
            <a:chOff x="4280006" y="5687753"/>
            <a:chExt cx="494609" cy="333305"/>
          </a:xfrm>
        </p:grpSpPr>
        <p:sp>
          <p:nvSpPr>
            <p:cNvPr id="755" name="Google Shape;755;p65"/>
            <p:cNvSpPr/>
            <p:nvPr/>
          </p:nvSpPr>
          <p:spPr>
            <a:xfrm>
              <a:off x="4280006" y="5687753"/>
              <a:ext cx="313457" cy="290268"/>
            </a:xfrm>
            <a:custGeom>
              <a:rect b="b" l="l" r="r" t="t"/>
              <a:pathLst>
                <a:path extrusionOk="0" h="290268" w="313457">
                  <a:moveTo>
                    <a:pt x="50493" y="290177"/>
                  </a:moveTo>
                  <a:lnTo>
                    <a:pt x="-122" y="290177"/>
                  </a:lnTo>
                  <a:lnTo>
                    <a:pt x="-122" y="15034"/>
                  </a:lnTo>
                  <a:cubicBezTo>
                    <a:pt x="-107" y="6676"/>
                    <a:pt x="6676" y="-106"/>
                    <a:pt x="15033" y="-92"/>
                  </a:cubicBezTo>
                  <a:cubicBezTo>
                    <a:pt x="15033" y="-92"/>
                    <a:pt x="15048" y="-92"/>
                    <a:pt x="15048" y="-92"/>
                  </a:cubicBezTo>
                  <a:lnTo>
                    <a:pt x="275198" y="423"/>
                  </a:lnTo>
                  <a:cubicBezTo>
                    <a:pt x="296283" y="482"/>
                    <a:pt x="313336" y="17594"/>
                    <a:pt x="313336" y="38678"/>
                  </a:cubicBezTo>
                  <a:lnTo>
                    <a:pt x="313336" y="290177"/>
                  </a:lnTo>
                  <a:lnTo>
                    <a:pt x="136626" y="290177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4593463" y="5739809"/>
              <a:ext cx="181152" cy="238212"/>
            </a:xfrm>
            <a:custGeom>
              <a:rect b="b" l="l" r="r" t="t"/>
              <a:pathLst>
                <a:path extrusionOk="0" h="238212" w="181152">
                  <a:moveTo>
                    <a:pt x="133613" y="238212"/>
                  </a:moveTo>
                  <a:lnTo>
                    <a:pt x="181153" y="238212"/>
                  </a:lnTo>
                  <a:lnTo>
                    <a:pt x="181153" y="151211"/>
                  </a:lnTo>
                  <a:lnTo>
                    <a:pt x="64563" y="0"/>
                  </a:lnTo>
                  <a:lnTo>
                    <a:pt x="0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4330679" y="5934984"/>
              <a:ext cx="86074" cy="86074"/>
            </a:xfrm>
            <a:custGeom>
              <a:rect b="b" l="l" r="r" t="t"/>
              <a:pathLst>
                <a:path extrusionOk="0" h="86074" w="86074">
                  <a:moveTo>
                    <a:pt x="86074" y="43037"/>
                  </a:moveTo>
                  <a:cubicBezTo>
                    <a:pt x="86074" y="66806"/>
                    <a:pt x="66806" y="86074"/>
                    <a:pt x="43037" y="86074"/>
                  </a:cubicBezTo>
                  <a:cubicBezTo>
                    <a:pt x="19268" y="86074"/>
                    <a:pt x="0" y="66806"/>
                    <a:pt x="0" y="43037"/>
                  </a:cubicBezTo>
                  <a:cubicBezTo>
                    <a:pt x="0" y="19268"/>
                    <a:pt x="19268" y="0"/>
                    <a:pt x="43037" y="0"/>
                  </a:cubicBezTo>
                  <a:cubicBezTo>
                    <a:pt x="66806" y="0"/>
                    <a:pt x="86074" y="19269"/>
                    <a:pt x="86074" y="43037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4641002" y="5934984"/>
              <a:ext cx="86074" cy="86074"/>
            </a:xfrm>
            <a:custGeom>
              <a:rect b="b" l="l" r="r" t="t"/>
              <a:pathLst>
                <a:path extrusionOk="0" h="86074" w="86074">
                  <a:moveTo>
                    <a:pt x="86074" y="43037"/>
                  </a:moveTo>
                  <a:cubicBezTo>
                    <a:pt x="86074" y="66806"/>
                    <a:pt x="66806" y="86074"/>
                    <a:pt x="43037" y="86074"/>
                  </a:cubicBezTo>
                  <a:cubicBezTo>
                    <a:pt x="19268" y="86074"/>
                    <a:pt x="0" y="66806"/>
                    <a:pt x="0" y="43037"/>
                  </a:cubicBezTo>
                  <a:cubicBezTo>
                    <a:pt x="0" y="19268"/>
                    <a:pt x="19268" y="0"/>
                    <a:pt x="43037" y="0"/>
                  </a:cubicBezTo>
                  <a:cubicBezTo>
                    <a:pt x="66806" y="0"/>
                    <a:pt x="86074" y="19269"/>
                    <a:pt x="86074" y="43037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4593463" y="5978021"/>
              <a:ext cx="47539" cy="14713"/>
            </a:xfrm>
            <a:custGeom>
              <a:rect b="b" l="l" r="r" t="t"/>
              <a:pathLst>
                <a:path extrusionOk="0" h="14713" w="47539">
                  <a:moveTo>
                    <a:pt x="0" y="0"/>
                  </a:moveTo>
                  <a:lnTo>
                    <a:pt x="47539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4638972" y="5786583"/>
              <a:ext cx="112632" cy="76069"/>
            </a:xfrm>
            <a:custGeom>
              <a:rect b="b" l="l" r="r" t="t"/>
              <a:pathLst>
                <a:path extrusionOk="0" h="76069" w="112632">
                  <a:moveTo>
                    <a:pt x="50938" y="0"/>
                  </a:moveTo>
                  <a:lnTo>
                    <a:pt x="0" y="0"/>
                  </a:lnTo>
                  <a:lnTo>
                    <a:pt x="0" y="76069"/>
                  </a:lnTo>
                  <a:lnTo>
                    <a:pt x="112632" y="76069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4280006" y="5891020"/>
              <a:ext cx="243523" cy="14713"/>
            </a:xfrm>
            <a:custGeom>
              <a:rect b="b" l="l" r="r" t="t"/>
              <a:pathLst>
                <a:path extrusionOk="0" h="14713" w="243523">
                  <a:moveTo>
                    <a:pt x="0" y="0"/>
                  </a:moveTo>
                  <a:lnTo>
                    <a:pt x="243524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2" name="Google Shape;762;p65"/>
          <p:cNvGrpSpPr/>
          <p:nvPr/>
        </p:nvGrpSpPr>
        <p:grpSpPr>
          <a:xfrm>
            <a:off x="10473704" y="8572547"/>
            <a:ext cx="567294" cy="418232"/>
            <a:chOff x="6982469" y="5715031"/>
            <a:chExt cx="378196" cy="278821"/>
          </a:xfrm>
        </p:grpSpPr>
        <p:grpSp>
          <p:nvGrpSpPr>
            <p:cNvPr id="763" name="Google Shape;763;p65"/>
            <p:cNvGrpSpPr/>
            <p:nvPr/>
          </p:nvGrpSpPr>
          <p:grpSpPr>
            <a:xfrm>
              <a:off x="7040337" y="5762233"/>
              <a:ext cx="277188" cy="184389"/>
              <a:chOff x="7040337" y="5762233"/>
              <a:chExt cx="277188" cy="184389"/>
            </a:xfrm>
          </p:grpSpPr>
          <p:sp>
            <p:nvSpPr>
              <p:cNvPr id="764" name="Google Shape;764;p65"/>
              <p:cNvSpPr/>
              <p:nvPr/>
            </p:nvSpPr>
            <p:spPr>
              <a:xfrm>
                <a:off x="7040337" y="5762233"/>
                <a:ext cx="14713" cy="184389"/>
              </a:xfrm>
              <a:custGeom>
                <a:rect b="b" l="l" r="r" t="t"/>
                <a:pathLst>
                  <a:path extrusionOk="0" h="184389" w="14713">
                    <a:moveTo>
                      <a:pt x="0" y="0"/>
                    </a:moveTo>
                    <a:lnTo>
                      <a:pt x="0" y="184390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65"/>
              <p:cNvSpPr/>
              <p:nvPr/>
            </p:nvSpPr>
            <p:spPr>
              <a:xfrm>
                <a:off x="7302812" y="5762233"/>
                <a:ext cx="14713" cy="184389"/>
              </a:xfrm>
              <a:custGeom>
                <a:rect b="b" l="l" r="r" t="t"/>
                <a:pathLst>
                  <a:path extrusionOk="0" h="184389" w="14713">
                    <a:moveTo>
                      <a:pt x="0" y="0"/>
                    </a:moveTo>
                    <a:lnTo>
                      <a:pt x="0" y="184390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65"/>
              <p:cNvSpPr/>
              <p:nvPr/>
            </p:nvSpPr>
            <p:spPr>
              <a:xfrm>
                <a:off x="7084080" y="5762233"/>
                <a:ext cx="14713" cy="121062"/>
              </a:xfrm>
              <a:custGeom>
                <a:rect b="b" l="l" r="r" t="t"/>
                <a:pathLst>
                  <a:path extrusionOk="0" h="121062" w="14713">
                    <a:moveTo>
                      <a:pt x="0" y="0"/>
                    </a:moveTo>
                    <a:lnTo>
                      <a:pt x="0" y="12106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65"/>
              <p:cNvSpPr/>
              <p:nvPr/>
            </p:nvSpPr>
            <p:spPr>
              <a:xfrm>
                <a:off x="7171567" y="5762233"/>
                <a:ext cx="14713" cy="121062"/>
              </a:xfrm>
              <a:custGeom>
                <a:rect b="b" l="l" r="r" t="t"/>
                <a:pathLst>
                  <a:path extrusionOk="0" h="121062" w="14713">
                    <a:moveTo>
                      <a:pt x="0" y="0"/>
                    </a:moveTo>
                    <a:lnTo>
                      <a:pt x="0" y="12106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65"/>
              <p:cNvSpPr/>
              <p:nvPr/>
            </p:nvSpPr>
            <p:spPr>
              <a:xfrm>
                <a:off x="7215325" y="5762233"/>
                <a:ext cx="14713" cy="121062"/>
              </a:xfrm>
              <a:custGeom>
                <a:rect b="b" l="l" r="r" t="t"/>
                <a:pathLst>
                  <a:path extrusionOk="0" h="121062" w="14713">
                    <a:moveTo>
                      <a:pt x="0" y="0"/>
                    </a:moveTo>
                    <a:lnTo>
                      <a:pt x="0" y="12106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65"/>
              <p:cNvSpPr/>
              <p:nvPr/>
            </p:nvSpPr>
            <p:spPr>
              <a:xfrm>
                <a:off x="7259068" y="5762233"/>
                <a:ext cx="14713" cy="121062"/>
              </a:xfrm>
              <a:custGeom>
                <a:rect b="b" l="l" r="r" t="t"/>
                <a:pathLst>
                  <a:path extrusionOk="0" h="121062" w="14713">
                    <a:moveTo>
                      <a:pt x="0" y="0"/>
                    </a:moveTo>
                    <a:lnTo>
                      <a:pt x="0" y="12106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5"/>
              <p:cNvSpPr/>
              <p:nvPr/>
            </p:nvSpPr>
            <p:spPr>
              <a:xfrm>
                <a:off x="7127824" y="5762233"/>
                <a:ext cx="14713" cy="121062"/>
              </a:xfrm>
              <a:custGeom>
                <a:rect b="b" l="l" r="r" t="t"/>
                <a:pathLst>
                  <a:path extrusionOk="0" h="121062" w="14713">
                    <a:moveTo>
                      <a:pt x="0" y="0"/>
                    </a:moveTo>
                    <a:lnTo>
                      <a:pt x="0" y="12106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65"/>
              <p:cNvSpPr/>
              <p:nvPr/>
            </p:nvSpPr>
            <p:spPr>
              <a:xfrm>
                <a:off x="7084080" y="5922389"/>
                <a:ext cx="14713" cy="24233"/>
              </a:xfrm>
              <a:custGeom>
                <a:rect b="b" l="l" r="r" t="t"/>
                <a:pathLst>
                  <a:path extrusionOk="0" h="24233" w="14713">
                    <a:moveTo>
                      <a:pt x="0" y="0"/>
                    </a:moveTo>
                    <a:lnTo>
                      <a:pt x="0" y="2423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65"/>
              <p:cNvSpPr/>
              <p:nvPr/>
            </p:nvSpPr>
            <p:spPr>
              <a:xfrm>
                <a:off x="7142405" y="5922389"/>
                <a:ext cx="14713" cy="24233"/>
              </a:xfrm>
              <a:custGeom>
                <a:rect b="b" l="l" r="r" t="t"/>
                <a:pathLst>
                  <a:path extrusionOk="0" h="24233" w="14713">
                    <a:moveTo>
                      <a:pt x="0" y="0"/>
                    </a:moveTo>
                    <a:lnTo>
                      <a:pt x="0" y="2423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65"/>
              <p:cNvSpPr/>
              <p:nvPr/>
            </p:nvSpPr>
            <p:spPr>
              <a:xfrm>
                <a:off x="7200744" y="5922389"/>
                <a:ext cx="14713" cy="24233"/>
              </a:xfrm>
              <a:custGeom>
                <a:rect b="b" l="l" r="r" t="t"/>
                <a:pathLst>
                  <a:path extrusionOk="0" h="24233" w="14713">
                    <a:moveTo>
                      <a:pt x="0" y="0"/>
                    </a:moveTo>
                    <a:lnTo>
                      <a:pt x="0" y="2423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65"/>
              <p:cNvSpPr/>
              <p:nvPr/>
            </p:nvSpPr>
            <p:spPr>
              <a:xfrm>
                <a:off x="7259068" y="5922389"/>
                <a:ext cx="14713" cy="24233"/>
              </a:xfrm>
              <a:custGeom>
                <a:rect b="b" l="l" r="r" t="t"/>
                <a:pathLst>
                  <a:path extrusionOk="0" h="24233" w="14713">
                    <a:moveTo>
                      <a:pt x="0" y="0"/>
                    </a:moveTo>
                    <a:lnTo>
                      <a:pt x="0" y="24233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5" name="Google Shape;775;p65"/>
            <p:cNvGrpSpPr/>
            <p:nvPr/>
          </p:nvGrpSpPr>
          <p:grpSpPr>
            <a:xfrm>
              <a:off x="6982469" y="5715031"/>
              <a:ext cx="378196" cy="278821"/>
              <a:chOff x="6982469" y="5715031"/>
              <a:chExt cx="378196" cy="278821"/>
            </a:xfrm>
          </p:grpSpPr>
          <p:sp>
            <p:nvSpPr>
              <p:cNvPr id="776" name="Google Shape;776;p65"/>
              <p:cNvSpPr/>
              <p:nvPr/>
            </p:nvSpPr>
            <p:spPr>
              <a:xfrm>
                <a:off x="6982469" y="5715031"/>
                <a:ext cx="92797" cy="65254"/>
              </a:xfrm>
              <a:custGeom>
                <a:rect b="b" l="l" r="r" t="t"/>
                <a:pathLst>
                  <a:path extrusionOk="0" h="65254" w="92797">
                    <a:moveTo>
                      <a:pt x="-122" y="65162"/>
                    </a:moveTo>
                    <a:lnTo>
                      <a:pt x="-122" y="37207"/>
                    </a:lnTo>
                    <a:cubicBezTo>
                      <a:pt x="-122" y="16608"/>
                      <a:pt x="16578" y="-92"/>
                      <a:pt x="37177" y="-92"/>
                    </a:cubicBezTo>
                    <a:lnTo>
                      <a:pt x="92676" y="-92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65"/>
              <p:cNvSpPr/>
              <p:nvPr/>
            </p:nvSpPr>
            <p:spPr>
              <a:xfrm>
                <a:off x="6982469" y="5922713"/>
                <a:ext cx="92797" cy="71110"/>
              </a:xfrm>
              <a:custGeom>
                <a:rect b="b" l="l" r="r" t="t"/>
                <a:pathLst>
                  <a:path extrusionOk="0" h="71110" w="92797">
                    <a:moveTo>
                      <a:pt x="92676" y="71018"/>
                    </a:moveTo>
                    <a:lnTo>
                      <a:pt x="37177" y="71018"/>
                    </a:lnTo>
                    <a:cubicBezTo>
                      <a:pt x="16593" y="71018"/>
                      <a:pt x="-107" y="54333"/>
                      <a:pt x="-122" y="33749"/>
                    </a:cubicBezTo>
                    <a:lnTo>
                      <a:pt x="-122" y="-92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65"/>
              <p:cNvSpPr/>
              <p:nvPr/>
            </p:nvSpPr>
            <p:spPr>
              <a:xfrm>
                <a:off x="7269192" y="5922713"/>
                <a:ext cx="91473" cy="71139"/>
              </a:xfrm>
              <a:custGeom>
                <a:rect b="b" l="l" r="r" t="t"/>
                <a:pathLst>
                  <a:path extrusionOk="0" h="71139" w="91473">
                    <a:moveTo>
                      <a:pt x="91352" y="-92"/>
                    </a:moveTo>
                    <a:lnTo>
                      <a:pt x="91352" y="33749"/>
                    </a:lnTo>
                    <a:cubicBezTo>
                      <a:pt x="91367" y="54333"/>
                      <a:pt x="74667" y="71033"/>
                      <a:pt x="54083" y="71048"/>
                    </a:cubicBezTo>
                    <a:cubicBezTo>
                      <a:pt x="54083" y="71048"/>
                      <a:pt x="54068" y="71048"/>
                      <a:pt x="54068" y="71048"/>
                    </a:cubicBezTo>
                    <a:lnTo>
                      <a:pt x="-122" y="71048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65"/>
              <p:cNvSpPr/>
              <p:nvPr/>
            </p:nvSpPr>
            <p:spPr>
              <a:xfrm>
                <a:off x="7269192" y="5715031"/>
                <a:ext cx="91444" cy="65254"/>
              </a:xfrm>
              <a:custGeom>
                <a:rect b="b" l="l" r="r" t="t"/>
                <a:pathLst>
                  <a:path extrusionOk="0" h="65254" w="91444">
                    <a:moveTo>
                      <a:pt x="-122" y="-92"/>
                    </a:moveTo>
                    <a:lnTo>
                      <a:pt x="54039" y="-92"/>
                    </a:lnTo>
                    <a:cubicBezTo>
                      <a:pt x="74623" y="-92"/>
                      <a:pt x="91323" y="16608"/>
                      <a:pt x="91323" y="37192"/>
                    </a:cubicBezTo>
                    <a:cubicBezTo>
                      <a:pt x="91323" y="37192"/>
                      <a:pt x="91323" y="37207"/>
                      <a:pt x="91323" y="37207"/>
                    </a:cubicBezTo>
                    <a:lnTo>
                      <a:pt x="91323" y="65162"/>
                    </a:lnTo>
                  </a:path>
                </a:pathLst>
              </a:custGeom>
              <a:noFill/>
              <a:ln cap="rnd" cmpd="sng" w="188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0" name="Google Shape;780;p65"/>
          <p:cNvGrpSpPr/>
          <p:nvPr/>
        </p:nvGrpSpPr>
        <p:grpSpPr>
          <a:xfrm>
            <a:off x="14520511" y="8504682"/>
            <a:ext cx="406468" cy="553898"/>
            <a:chOff x="9680341" y="5669788"/>
            <a:chExt cx="270979" cy="369265"/>
          </a:xfrm>
        </p:grpSpPr>
        <p:sp>
          <p:nvSpPr>
            <p:cNvPr id="781" name="Google Shape;781;p65"/>
            <p:cNvSpPr/>
            <p:nvPr/>
          </p:nvSpPr>
          <p:spPr>
            <a:xfrm>
              <a:off x="9680341" y="5823294"/>
              <a:ext cx="270979" cy="215759"/>
            </a:xfrm>
            <a:custGeom>
              <a:rect b="b" l="l" r="r" t="t"/>
              <a:pathLst>
                <a:path extrusionOk="0" h="215759" w="270979">
                  <a:moveTo>
                    <a:pt x="250203" y="0"/>
                  </a:moveTo>
                  <a:cubicBezTo>
                    <a:pt x="261677" y="0"/>
                    <a:pt x="270979" y="0"/>
                    <a:pt x="270979" y="0"/>
                  </a:cubicBezTo>
                  <a:lnTo>
                    <a:pt x="270979" y="215759"/>
                  </a:lnTo>
                  <a:cubicBezTo>
                    <a:pt x="270979" y="215759"/>
                    <a:pt x="261677" y="215759"/>
                    <a:pt x="250203" y="215759"/>
                  </a:cubicBezTo>
                  <a:lnTo>
                    <a:pt x="20776" y="215759"/>
                  </a:lnTo>
                  <a:cubicBezTo>
                    <a:pt x="9302" y="215759"/>
                    <a:pt x="0" y="215759"/>
                    <a:pt x="0" y="215759"/>
                  </a:cubicBezTo>
                  <a:lnTo>
                    <a:pt x="0" y="0"/>
                  </a:lnTo>
                  <a:cubicBezTo>
                    <a:pt x="0" y="0"/>
                    <a:pt x="9302" y="0"/>
                    <a:pt x="20776" y="0"/>
                  </a:cubicBezTo>
                  <a:close/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9754674" y="5884016"/>
              <a:ext cx="122313" cy="83911"/>
            </a:xfrm>
            <a:custGeom>
              <a:rect b="b" l="l" r="r" t="t"/>
              <a:pathLst>
                <a:path extrusionOk="0" h="83911" w="122313">
                  <a:moveTo>
                    <a:pt x="0" y="45509"/>
                  </a:moveTo>
                  <a:lnTo>
                    <a:pt x="38403" y="83911"/>
                  </a:lnTo>
                  <a:lnTo>
                    <a:pt x="122314" y="0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9732045" y="5669788"/>
              <a:ext cx="167645" cy="153505"/>
            </a:xfrm>
            <a:custGeom>
              <a:rect b="b" l="l" r="r" t="t"/>
              <a:pathLst>
                <a:path extrusionOk="0" h="153505" w="167645">
                  <a:moveTo>
                    <a:pt x="-122" y="153414"/>
                  </a:moveTo>
                  <a:lnTo>
                    <a:pt x="-122" y="83701"/>
                  </a:lnTo>
                  <a:cubicBezTo>
                    <a:pt x="-77" y="37412"/>
                    <a:pt x="37457" y="-92"/>
                    <a:pt x="83746" y="-92"/>
                  </a:cubicBezTo>
                  <a:lnTo>
                    <a:pt x="83746" y="-92"/>
                  </a:lnTo>
                  <a:cubicBezTo>
                    <a:pt x="130019" y="-92"/>
                    <a:pt x="167524" y="37412"/>
                    <a:pt x="167524" y="83687"/>
                  </a:cubicBezTo>
                  <a:cubicBezTo>
                    <a:pt x="167524" y="83687"/>
                    <a:pt x="167524" y="83701"/>
                    <a:pt x="167524" y="83701"/>
                  </a:cubicBezTo>
                  <a:lnTo>
                    <a:pt x="167524" y="122192"/>
                  </a:lnTo>
                </a:path>
              </a:pathLst>
            </a:custGeom>
            <a:noFill/>
            <a:ln cap="flat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4" name="Google Shape;784;p65"/>
          <p:cNvSpPr/>
          <p:nvPr/>
        </p:nvSpPr>
        <p:spPr>
          <a:xfrm>
            <a:off x="4565331" y="8617814"/>
            <a:ext cx="484884" cy="327655"/>
          </a:xfrm>
          <a:custGeom>
            <a:rect b="b" l="l" r="r" t="t"/>
            <a:pathLst>
              <a:path extrusionOk="0" h="218437" w="323256">
                <a:moveTo>
                  <a:pt x="0" y="113632"/>
                </a:moveTo>
                <a:lnTo>
                  <a:pt x="104819" y="218437"/>
                </a:lnTo>
                <a:lnTo>
                  <a:pt x="323256" y="0"/>
                </a:lnTo>
              </a:path>
            </a:pathLst>
          </a:custGeom>
          <a:noFill/>
          <a:ln cap="sq" cmpd="sng" w="1647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5" name="Google Shape;785;p65"/>
          <p:cNvGrpSpPr/>
          <p:nvPr/>
        </p:nvGrpSpPr>
        <p:grpSpPr>
          <a:xfrm>
            <a:off x="16450670" y="8501415"/>
            <a:ext cx="512562" cy="560452"/>
            <a:chOff x="10967113" y="5667610"/>
            <a:chExt cx="341708" cy="373635"/>
          </a:xfrm>
        </p:grpSpPr>
        <p:sp>
          <p:nvSpPr>
            <p:cNvPr id="786" name="Google Shape;786;p65"/>
            <p:cNvSpPr/>
            <p:nvPr/>
          </p:nvSpPr>
          <p:spPr>
            <a:xfrm>
              <a:off x="10967113" y="5667610"/>
              <a:ext cx="202075" cy="373635"/>
            </a:xfrm>
            <a:custGeom>
              <a:rect b="b" l="l" r="r" t="t"/>
              <a:pathLst>
                <a:path extrusionOk="0" h="373635" w="202075">
                  <a:moveTo>
                    <a:pt x="159112" y="0"/>
                  </a:moveTo>
                  <a:cubicBezTo>
                    <a:pt x="182840" y="0"/>
                    <a:pt x="202075" y="0"/>
                    <a:pt x="202075" y="0"/>
                  </a:cubicBezTo>
                  <a:lnTo>
                    <a:pt x="202075" y="373635"/>
                  </a:lnTo>
                  <a:cubicBezTo>
                    <a:pt x="202075" y="373635"/>
                    <a:pt x="182840" y="373635"/>
                    <a:pt x="159112" y="373635"/>
                  </a:cubicBezTo>
                  <a:lnTo>
                    <a:pt x="42964" y="373635"/>
                  </a:lnTo>
                  <a:cubicBezTo>
                    <a:pt x="19236" y="373635"/>
                    <a:pt x="0" y="373635"/>
                    <a:pt x="0" y="373635"/>
                  </a:cubicBezTo>
                  <a:lnTo>
                    <a:pt x="0" y="0"/>
                  </a:lnTo>
                  <a:cubicBezTo>
                    <a:pt x="0" y="0"/>
                    <a:pt x="19236" y="0"/>
                    <a:pt x="42964" y="0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10967113" y="5734439"/>
              <a:ext cx="202075" cy="14713"/>
            </a:xfrm>
            <a:custGeom>
              <a:rect b="b" l="l" r="r" t="t"/>
              <a:pathLst>
                <a:path extrusionOk="0" h="14713" w="202075">
                  <a:moveTo>
                    <a:pt x="0" y="0"/>
                  </a:moveTo>
                  <a:lnTo>
                    <a:pt x="202075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10967113" y="5961042"/>
              <a:ext cx="202075" cy="14713"/>
            </a:xfrm>
            <a:custGeom>
              <a:rect b="b" l="l" r="r" t="t"/>
              <a:pathLst>
                <a:path extrusionOk="0" h="14713" w="202075">
                  <a:moveTo>
                    <a:pt x="0" y="0"/>
                  </a:moveTo>
                  <a:lnTo>
                    <a:pt x="202075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11050009" y="5981920"/>
              <a:ext cx="36283" cy="36283"/>
            </a:xfrm>
            <a:custGeom>
              <a:rect b="b" l="l" r="r" t="t"/>
              <a:pathLst>
                <a:path extrusionOk="0" h="36283" w="36283">
                  <a:moveTo>
                    <a:pt x="36284" y="18142"/>
                  </a:moveTo>
                  <a:cubicBezTo>
                    <a:pt x="36284" y="28161"/>
                    <a:pt x="28161" y="36283"/>
                    <a:pt x="18142" y="36283"/>
                  </a:cubicBezTo>
                  <a:cubicBezTo>
                    <a:pt x="8123" y="36283"/>
                    <a:pt x="1" y="28161"/>
                    <a:pt x="1" y="18142"/>
                  </a:cubicBezTo>
                  <a:cubicBezTo>
                    <a:pt x="1" y="8122"/>
                    <a:pt x="8124" y="0"/>
                    <a:pt x="18142" y="0"/>
                  </a:cubicBezTo>
                  <a:cubicBezTo>
                    <a:pt x="28162" y="0"/>
                    <a:pt x="36284" y="8122"/>
                    <a:pt x="36284" y="18142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11231265" y="5792322"/>
              <a:ext cx="25722" cy="124211"/>
            </a:xfrm>
            <a:custGeom>
              <a:rect b="b" l="l" r="r" t="t"/>
              <a:pathLst>
                <a:path extrusionOk="0" h="124211" w="25722">
                  <a:moveTo>
                    <a:pt x="-122" y="-92"/>
                  </a:moveTo>
                  <a:cubicBezTo>
                    <a:pt x="34176" y="34205"/>
                    <a:pt x="34176" y="89822"/>
                    <a:pt x="-122" y="124119"/>
                  </a:cubicBez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11267916" y="5755685"/>
              <a:ext cx="40905" cy="197470"/>
            </a:xfrm>
            <a:custGeom>
              <a:rect b="b" l="l" r="r" t="t"/>
              <a:pathLst>
                <a:path extrusionOk="0" h="197470" w="40905">
                  <a:moveTo>
                    <a:pt x="-122" y="-92"/>
                  </a:moveTo>
                  <a:cubicBezTo>
                    <a:pt x="54407" y="54422"/>
                    <a:pt x="54421" y="142821"/>
                    <a:pt x="-92" y="197349"/>
                  </a:cubicBezTo>
                  <a:cubicBezTo>
                    <a:pt x="-107" y="197364"/>
                    <a:pt x="-107" y="197364"/>
                    <a:pt x="-122" y="197378"/>
                  </a:cubicBez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2" name="Google Shape;792;p65"/>
          <p:cNvGrpSpPr/>
          <p:nvPr/>
        </p:nvGrpSpPr>
        <p:grpSpPr>
          <a:xfrm>
            <a:off x="8480469" y="8487953"/>
            <a:ext cx="587400" cy="587377"/>
            <a:chOff x="5653646" y="5658635"/>
            <a:chExt cx="391600" cy="391585"/>
          </a:xfrm>
        </p:grpSpPr>
        <p:sp>
          <p:nvSpPr>
            <p:cNvPr id="793" name="Google Shape;793;p65"/>
            <p:cNvSpPr/>
            <p:nvPr/>
          </p:nvSpPr>
          <p:spPr>
            <a:xfrm>
              <a:off x="5653646" y="5658635"/>
              <a:ext cx="391585" cy="391585"/>
            </a:xfrm>
            <a:custGeom>
              <a:rect b="b" l="l" r="r" t="t"/>
              <a:pathLst>
                <a:path extrusionOk="0" h="391585" w="391585">
                  <a:moveTo>
                    <a:pt x="391586" y="195793"/>
                  </a:moveTo>
                  <a:cubicBezTo>
                    <a:pt x="391586" y="303926"/>
                    <a:pt x="303926" y="391586"/>
                    <a:pt x="195793" y="391586"/>
                  </a:cubicBezTo>
                  <a:cubicBezTo>
                    <a:pt x="87659" y="391586"/>
                    <a:pt x="0" y="303927"/>
                    <a:pt x="0" y="195793"/>
                  </a:cubicBezTo>
                  <a:cubicBezTo>
                    <a:pt x="0" y="87660"/>
                    <a:pt x="87659" y="0"/>
                    <a:pt x="195793" y="0"/>
                  </a:cubicBezTo>
                  <a:cubicBezTo>
                    <a:pt x="303926" y="0"/>
                    <a:pt x="391586" y="87659"/>
                    <a:pt x="391586" y="195793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5751535" y="5658635"/>
              <a:ext cx="195807" cy="391585"/>
            </a:xfrm>
            <a:custGeom>
              <a:rect b="b" l="l" r="r" t="t"/>
              <a:pathLst>
                <a:path extrusionOk="0" h="391585" w="195807">
                  <a:moveTo>
                    <a:pt x="195808" y="195793"/>
                  </a:moveTo>
                  <a:cubicBezTo>
                    <a:pt x="195808" y="303926"/>
                    <a:pt x="151975" y="391586"/>
                    <a:pt x="97904" y="391586"/>
                  </a:cubicBezTo>
                  <a:cubicBezTo>
                    <a:pt x="43833" y="391586"/>
                    <a:pt x="0" y="303927"/>
                    <a:pt x="0" y="195793"/>
                  </a:cubicBezTo>
                  <a:cubicBezTo>
                    <a:pt x="0" y="87660"/>
                    <a:pt x="43833" y="0"/>
                    <a:pt x="97904" y="0"/>
                  </a:cubicBezTo>
                  <a:cubicBezTo>
                    <a:pt x="151974" y="0"/>
                    <a:pt x="195808" y="87659"/>
                    <a:pt x="195808" y="195793"/>
                  </a:cubicBezTo>
                  <a:close/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5653646" y="5854428"/>
              <a:ext cx="391600" cy="14713"/>
            </a:xfrm>
            <a:custGeom>
              <a:rect b="b" l="l" r="r" t="t"/>
              <a:pathLst>
                <a:path extrusionOk="0" h="14713" w="391600">
                  <a:moveTo>
                    <a:pt x="0" y="0"/>
                  </a:moveTo>
                  <a:lnTo>
                    <a:pt x="391601" y="0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5849439" y="5658635"/>
              <a:ext cx="14713" cy="391585"/>
            </a:xfrm>
            <a:custGeom>
              <a:rect b="b" l="l" r="r" t="t"/>
              <a:pathLst>
                <a:path extrusionOk="0" h="391585" w="14713">
                  <a:moveTo>
                    <a:pt x="0" y="0"/>
                  </a:moveTo>
                  <a:lnTo>
                    <a:pt x="0" y="391586"/>
                  </a:lnTo>
                </a:path>
              </a:pathLst>
            </a:custGeom>
            <a:noFill/>
            <a:ln cap="sq" cmpd="sng" w="1647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97" name="Google Shape;797;p65"/>
          <p:cNvCxnSpPr/>
          <p:nvPr/>
        </p:nvCxnSpPr>
        <p:spPr>
          <a:xfrm>
            <a:off x="874931" y="1380393"/>
            <a:ext cx="12528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8" name="Google Shape;798;p65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Picons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6"/>
          <p:cNvSpPr txBox="1"/>
          <p:nvPr/>
        </p:nvSpPr>
        <p:spPr>
          <a:xfrm>
            <a:off x="718456" y="2534799"/>
            <a:ext cx="27036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These As Needed</a:t>
            </a:r>
            <a:endParaRPr sz="2200"/>
          </a:p>
          <a:p>
            <a:pPr indent="0" lvl="0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805" name="Google Shape;805;p66"/>
          <p:cNvCxnSpPr/>
          <p:nvPr/>
        </p:nvCxnSpPr>
        <p:spPr>
          <a:xfrm>
            <a:off x="874931" y="1380393"/>
            <a:ext cx="12528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6" name="Google Shape;806;p66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Picons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07" name="Google Shape;807;p66"/>
          <p:cNvGrpSpPr/>
          <p:nvPr/>
        </p:nvGrpSpPr>
        <p:grpSpPr>
          <a:xfrm>
            <a:off x="4441736" y="1660747"/>
            <a:ext cx="718111" cy="689066"/>
            <a:chOff x="2961157" y="1107165"/>
            <a:chExt cx="478741" cy="459377"/>
          </a:xfrm>
        </p:grpSpPr>
        <p:sp>
          <p:nvSpPr>
            <p:cNvPr id="808" name="Google Shape;808;p66"/>
            <p:cNvSpPr/>
            <p:nvPr/>
          </p:nvSpPr>
          <p:spPr>
            <a:xfrm>
              <a:off x="3113749" y="1254334"/>
              <a:ext cx="173507" cy="165025"/>
            </a:xfrm>
            <a:custGeom>
              <a:rect b="b" l="l" r="r" t="t"/>
              <a:pathLst>
                <a:path extrusionOk="0" h="165025" w="173507">
                  <a:moveTo>
                    <a:pt x="86754" y="0"/>
                  </a:moveTo>
                  <a:lnTo>
                    <a:pt x="107233" y="63036"/>
                  </a:lnTo>
                  <a:lnTo>
                    <a:pt x="173507" y="63036"/>
                  </a:lnTo>
                  <a:lnTo>
                    <a:pt x="119891" y="101989"/>
                  </a:lnTo>
                  <a:lnTo>
                    <a:pt x="140370" y="165025"/>
                  </a:lnTo>
                  <a:lnTo>
                    <a:pt x="86754" y="126073"/>
                  </a:lnTo>
                  <a:lnTo>
                    <a:pt x="33137" y="165025"/>
                  </a:lnTo>
                  <a:lnTo>
                    <a:pt x="53617" y="101989"/>
                  </a:lnTo>
                  <a:lnTo>
                    <a:pt x="0" y="63036"/>
                  </a:lnTo>
                  <a:lnTo>
                    <a:pt x="66274" y="63036"/>
                  </a:lnTo>
                  <a:lnTo>
                    <a:pt x="86754" y="0"/>
                  </a:ln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6"/>
            <p:cNvSpPr/>
            <p:nvPr/>
          </p:nvSpPr>
          <p:spPr>
            <a:xfrm>
              <a:off x="2961157" y="1107165"/>
              <a:ext cx="478741" cy="459377"/>
            </a:xfrm>
            <a:custGeom>
              <a:rect b="b" l="l" r="r" t="t"/>
              <a:pathLst>
                <a:path extrusionOk="0" h="459377" w="478741">
                  <a:moveTo>
                    <a:pt x="461280" y="262818"/>
                  </a:moveTo>
                  <a:lnTo>
                    <a:pt x="449004" y="271607"/>
                  </a:lnTo>
                  <a:cubicBezTo>
                    <a:pt x="434223" y="282154"/>
                    <a:pt x="428070" y="301111"/>
                    <a:pt x="433827" y="318324"/>
                  </a:cubicBezTo>
                  <a:lnTo>
                    <a:pt x="438603" y="332593"/>
                  </a:lnTo>
                  <a:cubicBezTo>
                    <a:pt x="445840" y="354200"/>
                    <a:pt x="434179" y="377595"/>
                    <a:pt x="412571" y="384817"/>
                  </a:cubicBezTo>
                  <a:cubicBezTo>
                    <a:pt x="408206" y="386282"/>
                    <a:pt x="403650" y="387000"/>
                    <a:pt x="399050" y="386956"/>
                  </a:cubicBezTo>
                  <a:lnTo>
                    <a:pt x="384019" y="386825"/>
                  </a:lnTo>
                  <a:cubicBezTo>
                    <a:pt x="365840" y="386648"/>
                    <a:pt x="349696" y="398383"/>
                    <a:pt x="344246" y="415728"/>
                  </a:cubicBezTo>
                  <a:lnTo>
                    <a:pt x="339778" y="429981"/>
                  </a:lnTo>
                  <a:cubicBezTo>
                    <a:pt x="332952" y="451736"/>
                    <a:pt x="309776" y="463821"/>
                    <a:pt x="288022" y="456995"/>
                  </a:cubicBezTo>
                  <a:cubicBezTo>
                    <a:pt x="283627" y="455618"/>
                    <a:pt x="279496" y="453509"/>
                    <a:pt x="275805" y="450769"/>
                  </a:cubicBezTo>
                  <a:lnTo>
                    <a:pt x="263777" y="441847"/>
                  </a:lnTo>
                  <a:cubicBezTo>
                    <a:pt x="249172" y="431022"/>
                    <a:pt x="229219" y="431022"/>
                    <a:pt x="214614" y="441847"/>
                  </a:cubicBezTo>
                  <a:lnTo>
                    <a:pt x="202587" y="450769"/>
                  </a:lnTo>
                  <a:cubicBezTo>
                    <a:pt x="184275" y="464349"/>
                    <a:pt x="158419" y="460511"/>
                    <a:pt x="144839" y="442199"/>
                  </a:cubicBezTo>
                  <a:cubicBezTo>
                    <a:pt x="142099" y="438507"/>
                    <a:pt x="139990" y="434376"/>
                    <a:pt x="138613" y="429981"/>
                  </a:cubicBezTo>
                  <a:lnTo>
                    <a:pt x="134218" y="415728"/>
                  </a:lnTo>
                  <a:cubicBezTo>
                    <a:pt x="128769" y="398383"/>
                    <a:pt x="112625" y="386648"/>
                    <a:pt x="94445" y="386825"/>
                  </a:cubicBezTo>
                  <a:lnTo>
                    <a:pt x="79415" y="386956"/>
                  </a:lnTo>
                  <a:cubicBezTo>
                    <a:pt x="56620" y="387176"/>
                    <a:pt x="37957" y="368879"/>
                    <a:pt x="37737" y="346085"/>
                  </a:cubicBezTo>
                  <a:cubicBezTo>
                    <a:pt x="37679" y="341499"/>
                    <a:pt x="38411" y="336929"/>
                    <a:pt x="39861" y="332578"/>
                  </a:cubicBezTo>
                  <a:lnTo>
                    <a:pt x="44637" y="318309"/>
                  </a:lnTo>
                  <a:cubicBezTo>
                    <a:pt x="50394" y="301096"/>
                    <a:pt x="44242" y="282140"/>
                    <a:pt x="29460" y="271607"/>
                  </a:cubicBezTo>
                  <a:lnTo>
                    <a:pt x="17199" y="262818"/>
                  </a:lnTo>
                  <a:cubicBezTo>
                    <a:pt x="-1362" y="249589"/>
                    <a:pt x="-5683" y="223821"/>
                    <a:pt x="7545" y="205260"/>
                  </a:cubicBezTo>
                  <a:cubicBezTo>
                    <a:pt x="10211" y="201524"/>
                    <a:pt x="13463" y="198272"/>
                    <a:pt x="17199" y="195606"/>
                  </a:cubicBezTo>
                  <a:lnTo>
                    <a:pt x="29460" y="186816"/>
                  </a:lnTo>
                  <a:cubicBezTo>
                    <a:pt x="44242" y="176269"/>
                    <a:pt x="50394" y="157312"/>
                    <a:pt x="44637" y="140100"/>
                  </a:cubicBezTo>
                  <a:lnTo>
                    <a:pt x="39847" y="125831"/>
                  </a:lnTo>
                  <a:cubicBezTo>
                    <a:pt x="32610" y="104223"/>
                    <a:pt x="44271" y="80828"/>
                    <a:pt x="65879" y="73606"/>
                  </a:cubicBezTo>
                  <a:cubicBezTo>
                    <a:pt x="70244" y="72141"/>
                    <a:pt x="74800" y="71423"/>
                    <a:pt x="79400" y="71467"/>
                  </a:cubicBezTo>
                  <a:lnTo>
                    <a:pt x="94430" y="71599"/>
                  </a:lnTo>
                  <a:cubicBezTo>
                    <a:pt x="112610" y="71775"/>
                    <a:pt x="128754" y="60041"/>
                    <a:pt x="134204" y="42696"/>
                  </a:cubicBezTo>
                  <a:lnTo>
                    <a:pt x="138686" y="28442"/>
                  </a:lnTo>
                  <a:cubicBezTo>
                    <a:pt x="145513" y="6702"/>
                    <a:pt x="168674" y="-5398"/>
                    <a:pt x="190413" y="1428"/>
                  </a:cubicBezTo>
                  <a:cubicBezTo>
                    <a:pt x="194808" y="2805"/>
                    <a:pt x="198939" y="4915"/>
                    <a:pt x="202645" y="7655"/>
                  </a:cubicBezTo>
                  <a:lnTo>
                    <a:pt x="214673" y="16576"/>
                  </a:lnTo>
                  <a:cubicBezTo>
                    <a:pt x="229278" y="27402"/>
                    <a:pt x="249230" y="27402"/>
                    <a:pt x="263836" y="16576"/>
                  </a:cubicBezTo>
                  <a:lnTo>
                    <a:pt x="275863" y="7655"/>
                  </a:lnTo>
                  <a:cubicBezTo>
                    <a:pt x="294175" y="-5925"/>
                    <a:pt x="320031" y="-2087"/>
                    <a:pt x="333611" y="16224"/>
                  </a:cubicBezTo>
                  <a:cubicBezTo>
                    <a:pt x="336350" y="19916"/>
                    <a:pt x="338460" y="24047"/>
                    <a:pt x="339837" y="28442"/>
                  </a:cubicBezTo>
                  <a:lnTo>
                    <a:pt x="344319" y="42710"/>
                  </a:lnTo>
                  <a:cubicBezTo>
                    <a:pt x="349769" y="60055"/>
                    <a:pt x="365927" y="71804"/>
                    <a:pt x="384107" y="71628"/>
                  </a:cubicBezTo>
                  <a:lnTo>
                    <a:pt x="399138" y="71482"/>
                  </a:lnTo>
                  <a:cubicBezTo>
                    <a:pt x="421932" y="71247"/>
                    <a:pt x="440595" y="89530"/>
                    <a:pt x="440830" y="112324"/>
                  </a:cubicBezTo>
                  <a:cubicBezTo>
                    <a:pt x="440874" y="116924"/>
                    <a:pt x="440156" y="121495"/>
                    <a:pt x="438691" y="125861"/>
                  </a:cubicBezTo>
                  <a:lnTo>
                    <a:pt x="433915" y="140129"/>
                  </a:lnTo>
                  <a:cubicBezTo>
                    <a:pt x="428158" y="157342"/>
                    <a:pt x="434311" y="176298"/>
                    <a:pt x="449092" y="186831"/>
                  </a:cubicBezTo>
                  <a:lnTo>
                    <a:pt x="461354" y="195621"/>
                  </a:lnTo>
                  <a:cubicBezTo>
                    <a:pt x="479900" y="208893"/>
                    <a:pt x="484177" y="234676"/>
                    <a:pt x="470905" y="253222"/>
                  </a:cubicBezTo>
                  <a:cubicBezTo>
                    <a:pt x="468253" y="256928"/>
                    <a:pt x="465001" y="260166"/>
                    <a:pt x="461280" y="262818"/>
                  </a:cubicBez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0" name="Google Shape;810;p66"/>
          <p:cNvGrpSpPr/>
          <p:nvPr/>
        </p:nvGrpSpPr>
        <p:grpSpPr>
          <a:xfrm>
            <a:off x="8463899" y="1717574"/>
            <a:ext cx="572006" cy="575413"/>
            <a:chOff x="5642599" y="1145049"/>
            <a:chExt cx="381337" cy="383609"/>
          </a:xfrm>
        </p:grpSpPr>
        <p:sp>
          <p:nvSpPr>
            <p:cNvPr id="811" name="Google Shape;811;p66"/>
            <p:cNvSpPr/>
            <p:nvPr/>
          </p:nvSpPr>
          <p:spPr>
            <a:xfrm>
              <a:off x="5642599" y="1145049"/>
              <a:ext cx="381279" cy="292987"/>
            </a:xfrm>
            <a:custGeom>
              <a:rect b="b" l="l" r="r" t="t"/>
              <a:pathLst>
                <a:path extrusionOk="0" h="292987" w="381279">
                  <a:moveTo>
                    <a:pt x="-121" y="-477"/>
                  </a:moveTo>
                  <a:cubicBezTo>
                    <a:pt x="63384" y="-477"/>
                    <a:pt x="63384" y="292511"/>
                    <a:pt x="126904" y="292511"/>
                  </a:cubicBezTo>
                  <a:cubicBezTo>
                    <a:pt x="190424" y="292511"/>
                    <a:pt x="190468" y="-477"/>
                    <a:pt x="254031" y="-477"/>
                  </a:cubicBezTo>
                  <a:cubicBezTo>
                    <a:pt x="317595" y="-477"/>
                    <a:pt x="317595" y="292511"/>
                    <a:pt x="381159" y="292511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2" name="Google Shape;812;p66"/>
            <p:cNvGrpSpPr/>
            <p:nvPr/>
          </p:nvGrpSpPr>
          <p:grpSpPr>
            <a:xfrm>
              <a:off x="5642599" y="1208335"/>
              <a:ext cx="381337" cy="168701"/>
              <a:chOff x="5642599" y="1208335"/>
              <a:chExt cx="381337" cy="168701"/>
            </a:xfrm>
          </p:grpSpPr>
          <p:sp>
            <p:nvSpPr>
              <p:cNvPr id="813" name="Google Shape;813;p66"/>
              <p:cNvSpPr/>
              <p:nvPr/>
            </p:nvSpPr>
            <p:spPr>
              <a:xfrm>
                <a:off x="5642599" y="1376846"/>
                <a:ext cx="7324" cy="190"/>
              </a:xfrm>
              <a:custGeom>
                <a:rect b="b" l="l" r="r" t="t"/>
                <a:pathLst>
                  <a:path extrusionOk="0" h="190" w="7324">
                    <a:moveTo>
                      <a:pt x="-121" y="-286"/>
                    </a:moveTo>
                    <a:cubicBezTo>
                      <a:pt x="2370" y="-286"/>
                      <a:pt x="4816" y="-286"/>
                      <a:pt x="7204" y="-477"/>
                    </a:cubicBezTo>
                  </a:path>
                </a:pathLst>
              </a:custGeom>
              <a:noFill/>
              <a:ln cap="flat" cmpd="sng" w="124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66"/>
              <p:cNvSpPr/>
              <p:nvPr/>
            </p:nvSpPr>
            <p:spPr>
              <a:xfrm>
                <a:off x="5657336" y="1208335"/>
                <a:ext cx="355789" cy="167896"/>
              </a:xfrm>
              <a:custGeom>
                <a:rect b="b" l="l" r="r" t="t"/>
                <a:pathLst>
                  <a:path extrusionOk="0" h="167896" w="355789">
                    <a:moveTo>
                      <a:pt x="-121" y="167420"/>
                    </a:moveTo>
                    <a:cubicBezTo>
                      <a:pt x="113910" y="154983"/>
                      <a:pt x="134844" y="-477"/>
                      <a:pt x="195873" y="-477"/>
                    </a:cubicBezTo>
                    <a:cubicBezTo>
                      <a:pt x="255775" y="-477"/>
                      <a:pt x="297803" y="149401"/>
                      <a:pt x="355669" y="166614"/>
                    </a:cubicBezTo>
                  </a:path>
                </a:pathLst>
              </a:custGeom>
              <a:noFill/>
              <a:ln cap="flat" cmpd="sng" w="12450">
                <a:solidFill>
                  <a:srgbClr val="009BFF"/>
                </a:solidFill>
                <a:prstDash val="dashDot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66"/>
              <p:cNvSpPr/>
              <p:nvPr/>
            </p:nvSpPr>
            <p:spPr>
              <a:xfrm>
                <a:off x="6016612" y="1376290"/>
                <a:ext cx="7324" cy="732"/>
              </a:xfrm>
              <a:custGeom>
                <a:rect b="b" l="l" r="r" t="t"/>
                <a:pathLst>
                  <a:path extrusionOk="0" h="732" w="7324">
                    <a:moveTo>
                      <a:pt x="-121" y="-477"/>
                    </a:moveTo>
                    <a:cubicBezTo>
                      <a:pt x="2297" y="7"/>
                      <a:pt x="4743" y="256"/>
                      <a:pt x="7204" y="256"/>
                    </a:cubicBezTo>
                  </a:path>
                </a:pathLst>
              </a:custGeom>
              <a:noFill/>
              <a:ln cap="flat" cmpd="sng" w="1245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6" name="Google Shape;816;p66"/>
            <p:cNvSpPr/>
            <p:nvPr/>
          </p:nvSpPr>
          <p:spPr>
            <a:xfrm>
              <a:off x="5642599" y="1492577"/>
              <a:ext cx="381279" cy="36081"/>
            </a:xfrm>
            <a:custGeom>
              <a:rect b="b" l="l" r="r" t="t"/>
              <a:pathLst>
                <a:path extrusionOk="0" h="36081" w="381279">
                  <a:moveTo>
                    <a:pt x="0" y="36081"/>
                  </a:moveTo>
                  <a:lnTo>
                    <a:pt x="0" y="0"/>
                  </a:lnTo>
                  <a:lnTo>
                    <a:pt x="381279" y="0"/>
                  </a:lnTo>
                  <a:lnTo>
                    <a:pt x="381279" y="36081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66"/>
            <p:cNvSpPr/>
            <p:nvPr/>
          </p:nvSpPr>
          <p:spPr>
            <a:xfrm>
              <a:off x="5896795" y="1492577"/>
              <a:ext cx="14649" cy="36081"/>
            </a:xfrm>
            <a:custGeom>
              <a:rect b="b" l="l" r="r" t="t"/>
              <a:pathLst>
                <a:path extrusionOk="0" h="36081" w="14649">
                  <a:moveTo>
                    <a:pt x="0" y="0"/>
                  </a:moveTo>
                  <a:lnTo>
                    <a:pt x="0" y="36081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66"/>
            <p:cNvSpPr/>
            <p:nvPr/>
          </p:nvSpPr>
          <p:spPr>
            <a:xfrm>
              <a:off x="5769697" y="1492577"/>
              <a:ext cx="14649" cy="36081"/>
            </a:xfrm>
            <a:custGeom>
              <a:rect b="b" l="l" r="r" t="t"/>
              <a:pathLst>
                <a:path extrusionOk="0" h="36081" w="14649">
                  <a:moveTo>
                    <a:pt x="0" y="0"/>
                  </a:moveTo>
                  <a:lnTo>
                    <a:pt x="0" y="36081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9" name="Google Shape;819;p66"/>
          <p:cNvGrpSpPr/>
          <p:nvPr/>
        </p:nvGrpSpPr>
        <p:grpSpPr>
          <a:xfrm>
            <a:off x="10399110" y="1728056"/>
            <a:ext cx="650607" cy="554427"/>
            <a:chOff x="6932740" y="1152037"/>
            <a:chExt cx="433738" cy="369618"/>
          </a:xfrm>
        </p:grpSpPr>
        <p:sp>
          <p:nvSpPr>
            <p:cNvPr id="820" name="Google Shape;820;p66"/>
            <p:cNvSpPr/>
            <p:nvPr/>
          </p:nvSpPr>
          <p:spPr>
            <a:xfrm>
              <a:off x="6932740" y="1152037"/>
              <a:ext cx="433738" cy="291566"/>
            </a:xfrm>
            <a:custGeom>
              <a:rect b="b" l="l" r="r" t="t"/>
              <a:pathLst>
                <a:path extrusionOk="0" h="291566" w="433738">
                  <a:moveTo>
                    <a:pt x="379009" y="0"/>
                  </a:moveTo>
                  <a:cubicBezTo>
                    <a:pt x="409235" y="0"/>
                    <a:pt x="433739" y="0"/>
                    <a:pt x="433739" y="0"/>
                  </a:cubicBezTo>
                  <a:lnTo>
                    <a:pt x="433739" y="291567"/>
                  </a:lnTo>
                  <a:cubicBezTo>
                    <a:pt x="433739" y="291567"/>
                    <a:pt x="409235" y="291567"/>
                    <a:pt x="379009" y="291567"/>
                  </a:cubicBezTo>
                  <a:lnTo>
                    <a:pt x="54730" y="291567"/>
                  </a:lnTo>
                  <a:cubicBezTo>
                    <a:pt x="24504" y="291567"/>
                    <a:pt x="0" y="291567"/>
                    <a:pt x="0" y="291567"/>
                  </a:cubicBezTo>
                  <a:lnTo>
                    <a:pt x="0" y="0"/>
                  </a:lnTo>
                  <a:cubicBezTo>
                    <a:pt x="0" y="0"/>
                    <a:pt x="24504" y="0"/>
                    <a:pt x="54730" y="0"/>
                  </a:cubicBez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66"/>
            <p:cNvSpPr/>
            <p:nvPr/>
          </p:nvSpPr>
          <p:spPr>
            <a:xfrm>
              <a:off x="6932740" y="1388874"/>
              <a:ext cx="433738" cy="14649"/>
            </a:xfrm>
            <a:custGeom>
              <a:rect b="b" l="l" r="r" t="t"/>
              <a:pathLst>
                <a:path extrusionOk="0" h="14649" w="433738">
                  <a:moveTo>
                    <a:pt x="0" y="0"/>
                  </a:moveTo>
                  <a:lnTo>
                    <a:pt x="433739" y="0"/>
                  </a:lnTo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66"/>
            <p:cNvSpPr/>
            <p:nvPr/>
          </p:nvSpPr>
          <p:spPr>
            <a:xfrm>
              <a:off x="7106013" y="1443619"/>
              <a:ext cx="87193" cy="45339"/>
            </a:xfrm>
            <a:custGeom>
              <a:rect b="b" l="l" r="r" t="t"/>
              <a:pathLst>
                <a:path extrusionOk="0" h="45339" w="87193">
                  <a:moveTo>
                    <a:pt x="0" y="0"/>
                  </a:moveTo>
                  <a:lnTo>
                    <a:pt x="87193" y="0"/>
                  </a:lnTo>
                  <a:lnTo>
                    <a:pt x="87193" y="45340"/>
                  </a:lnTo>
                  <a:lnTo>
                    <a:pt x="0" y="45340"/>
                  </a:ln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66"/>
            <p:cNvSpPr/>
            <p:nvPr/>
          </p:nvSpPr>
          <p:spPr>
            <a:xfrm>
              <a:off x="7063764" y="1488958"/>
              <a:ext cx="171676" cy="32697"/>
            </a:xfrm>
            <a:custGeom>
              <a:rect b="b" l="l" r="r" t="t"/>
              <a:pathLst>
                <a:path extrusionOk="0" h="32697" w="171676">
                  <a:moveTo>
                    <a:pt x="0" y="0"/>
                  </a:moveTo>
                  <a:lnTo>
                    <a:pt x="171676" y="0"/>
                  </a:lnTo>
                  <a:lnTo>
                    <a:pt x="171676" y="32697"/>
                  </a:lnTo>
                  <a:lnTo>
                    <a:pt x="0" y="32697"/>
                  </a:ln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4" name="Google Shape;824;p66"/>
          <p:cNvSpPr/>
          <p:nvPr/>
        </p:nvSpPr>
        <p:spPr>
          <a:xfrm>
            <a:off x="6512337" y="1715487"/>
            <a:ext cx="525927" cy="579588"/>
          </a:xfrm>
          <a:custGeom>
            <a:rect b="b" l="l" r="r" t="t"/>
            <a:pathLst>
              <a:path extrusionOk="0" h="386392" w="350618">
                <a:moveTo>
                  <a:pt x="350497" y="125450"/>
                </a:moveTo>
                <a:cubicBezTo>
                  <a:pt x="350497" y="116850"/>
                  <a:pt x="350058" y="108324"/>
                  <a:pt x="349311" y="99901"/>
                </a:cubicBezTo>
                <a:lnTo>
                  <a:pt x="175188" y="-477"/>
                </a:lnTo>
                <a:lnTo>
                  <a:pt x="1066" y="99901"/>
                </a:lnTo>
                <a:cubicBezTo>
                  <a:pt x="304" y="108324"/>
                  <a:pt x="-121" y="116836"/>
                  <a:pt x="-121" y="125450"/>
                </a:cubicBezTo>
                <a:cubicBezTo>
                  <a:pt x="-106" y="239861"/>
                  <a:pt x="69215" y="342846"/>
                  <a:pt x="175203" y="385916"/>
                </a:cubicBezTo>
                <a:cubicBezTo>
                  <a:pt x="281177" y="342846"/>
                  <a:pt x="350497" y="239846"/>
                  <a:pt x="350497" y="125450"/>
                </a:cubicBezTo>
                <a:close/>
              </a:path>
            </a:pathLst>
          </a:custGeom>
          <a:noFill/>
          <a:ln cap="flat" cmpd="sng" w="1640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5" name="Google Shape;825;p66"/>
          <p:cNvGrpSpPr/>
          <p:nvPr/>
        </p:nvGrpSpPr>
        <p:grpSpPr>
          <a:xfrm>
            <a:off x="12444369" y="1782003"/>
            <a:ext cx="509183" cy="446556"/>
            <a:chOff x="8296246" y="1188002"/>
            <a:chExt cx="339455" cy="297704"/>
          </a:xfrm>
        </p:grpSpPr>
        <p:sp>
          <p:nvSpPr>
            <p:cNvPr id="826" name="Google Shape;826;p66"/>
            <p:cNvSpPr/>
            <p:nvPr/>
          </p:nvSpPr>
          <p:spPr>
            <a:xfrm>
              <a:off x="8296246" y="1188002"/>
              <a:ext cx="339455" cy="297704"/>
            </a:xfrm>
            <a:custGeom>
              <a:rect b="b" l="l" r="r" t="t"/>
              <a:pathLst>
                <a:path extrusionOk="0" h="297704" w="339455">
                  <a:moveTo>
                    <a:pt x="0" y="0"/>
                  </a:moveTo>
                  <a:lnTo>
                    <a:pt x="0" y="297705"/>
                  </a:lnTo>
                  <a:lnTo>
                    <a:pt x="339456" y="297705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66"/>
            <p:cNvSpPr/>
            <p:nvPr/>
          </p:nvSpPr>
          <p:spPr>
            <a:xfrm>
              <a:off x="8351782" y="1202666"/>
              <a:ext cx="283919" cy="217997"/>
            </a:xfrm>
            <a:custGeom>
              <a:rect b="b" l="l" r="r" t="t"/>
              <a:pathLst>
                <a:path extrusionOk="0" h="217997" w="283919">
                  <a:moveTo>
                    <a:pt x="0" y="217997"/>
                  </a:moveTo>
                  <a:lnTo>
                    <a:pt x="89522" y="125633"/>
                  </a:lnTo>
                  <a:lnTo>
                    <a:pt x="130248" y="166241"/>
                  </a:lnTo>
                  <a:lnTo>
                    <a:pt x="283920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66"/>
            <p:cNvSpPr/>
            <p:nvPr/>
          </p:nvSpPr>
          <p:spPr>
            <a:xfrm>
              <a:off x="8558558" y="1202666"/>
              <a:ext cx="77143" cy="77143"/>
            </a:xfrm>
            <a:custGeom>
              <a:rect b="b" l="l" r="r" t="t"/>
              <a:pathLst>
                <a:path extrusionOk="0" h="77143" w="77143">
                  <a:moveTo>
                    <a:pt x="0" y="0"/>
                  </a:moveTo>
                  <a:lnTo>
                    <a:pt x="77144" y="0"/>
                  </a:lnTo>
                  <a:lnTo>
                    <a:pt x="77144" y="77144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9" name="Google Shape;829;p66"/>
          <p:cNvGrpSpPr/>
          <p:nvPr/>
        </p:nvGrpSpPr>
        <p:grpSpPr>
          <a:xfrm>
            <a:off x="14295290" y="1635458"/>
            <a:ext cx="756435" cy="739647"/>
            <a:chOff x="9530193" y="1090305"/>
            <a:chExt cx="504290" cy="493098"/>
          </a:xfrm>
        </p:grpSpPr>
        <p:sp>
          <p:nvSpPr>
            <p:cNvPr id="830" name="Google Shape;830;p66"/>
            <p:cNvSpPr/>
            <p:nvPr/>
          </p:nvSpPr>
          <p:spPr>
            <a:xfrm>
              <a:off x="9712519" y="1222472"/>
              <a:ext cx="321964" cy="194939"/>
            </a:xfrm>
            <a:custGeom>
              <a:rect b="b" l="l" r="r" t="t"/>
              <a:pathLst>
                <a:path extrusionOk="0" h="194939" w="321964">
                  <a:moveTo>
                    <a:pt x="270120" y="0"/>
                  </a:moveTo>
                  <a:lnTo>
                    <a:pt x="321964" y="0"/>
                  </a:lnTo>
                  <a:lnTo>
                    <a:pt x="282015" y="194939"/>
                  </a:lnTo>
                  <a:lnTo>
                    <a:pt x="0" y="194939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66"/>
            <p:cNvSpPr/>
            <p:nvPr/>
          </p:nvSpPr>
          <p:spPr>
            <a:xfrm>
              <a:off x="9666447" y="1222472"/>
              <a:ext cx="51844" cy="14649"/>
            </a:xfrm>
            <a:custGeom>
              <a:rect b="b" l="l" r="r" t="t"/>
              <a:pathLst>
                <a:path extrusionOk="0" h="14649" w="51844">
                  <a:moveTo>
                    <a:pt x="0" y="0"/>
                  </a:moveTo>
                  <a:lnTo>
                    <a:pt x="51844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66"/>
            <p:cNvSpPr/>
            <p:nvPr/>
          </p:nvSpPr>
          <p:spPr>
            <a:xfrm>
              <a:off x="9530193" y="1158542"/>
              <a:ext cx="452446" cy="331735"/>
            </a:xfrm>
            <a:custGeom>
              <a:rect b="b" l="l" r="r" t="t"/>
              <a:pathLst>
                <a:path extrusionOk="0" h="331735" w="452446">
                  <a:moveTo>
                    <a:pt x="452326" y="331258"/>
                  </a:moveTo>
                  <a:lnTo>
                    <a:pt x="253797" y="331258"/>
                  </a:lnTo>
                  <a:cubicBezTo>
                    <a:pt x="217379" y="331258"/>
                    <a:pt x="185766" y="306150"/>
                    <a:pt x="177533" y="270683"/>
                  </a:cubicBezTo>
                  <a:lnTo>
                    <a:pt x="131460" y="63453"/>
                  </a:lnTo>
                  <a:cubicBezTo>
                    <a:pt x="122568" y="27679"/>
                    <a:pt x="91511" y="1808"/>
                    <a:pt x="54727" y="-477"/>
                  </a:cubicBezTo>
                  <a:lnTo>
                    <a:pt x="-121" y="-477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66"/>
            <p:cNvSpPr/>
            <p:nvPr/>
          </p:nvSpPr>
          <p:spPr>
            <a:xfrm>
              <a:off x="9756482" y="1531691"/>
              <a:ext cx="51712" cy="51712"/>
            </a:xfrm>
            <a:custGeom>
              <a:rect b="b" l="l" r="r" t="t"/>
              <a:pathLst>
                <a:path extrusionOk="0" h="51712" w="51712">
                  <a:moveTo>
                    <a:pt x="51712" y="25856"/>
                  </a:moveTo>
                  <a:cubicBezTo>
                    <a:pt x="51712" y="40136"/>
                    <a:pt x="40136" y="51712"/>
                    <a:pt x="25856" y="51712"/>
                  </a:cubicBezTo>
                  <a:cubicBezTo>
                    <a:pt x="11576" y="51712"/>
                    <a:pt x="0" y="40136"/>
                    <a:pt x="0" y="25856"/>
                  </a:cubicBezTo>
                  <a:cubicBezTo>
                    <a:pt x="0" y="11576"/>
                    <a:pt x="11576" y="0"/>
                    <a:pt x="25856" y="0"/>
                  </a:cubicBezTo>
                  <a:cubicBezTo>
                    <a:pt x="40136" y="0"/>
                    <a:pt x="51712" y="11576"/>
                    <a:pt x="51712" y="25856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66"/>
            <p:cNvSpPr/>
            <p:nvPr/>
          </p:nvSpPr>
          <p:spPr>
            <a:xfrm>
              <a:off x="9916321" y="1531691"/>
              <a:ext cx="51712" cy="51712"/>
            </a:xfrm>
            <a:custGeom>
              <a:rect b="b" l="l" r="r" t="t"/>
              <a:pathLst>
                <a:path extrusionOk="0" h="51712" w="51712">
                  <a:moveTo>
                    <a:pt x="51712" y="25856"/>
                  </a:moveTo>
                  <a:cubicBezTo>
                    <a:pt x="51712" y="40136"/>
                    <a:pt x="40136" y="51712"/>
                    <a:pt x="25856" y="51712"/>
                  </a:cubicBezTo>
                  <a:cubicBezTo>
                    <a:pt x="11576" y="51712"/>
                    <a:pt x="0" y="40136"/>
                    <a:pt x="0" y="25856"/>
                  </a:cubicBezTo>
                  <a:cubicBezTo>
                    <a:pt x="0" y="11576"/>
                    <a:pt x="11576" y="0"/>
                    <a:pt x="25856" y="0"/>
                  </a:cubicBezTo>
                  <a:cubicBezTo>
                    <a:pt x="40136" y="0"/>
                    <a:pt x="51712" y="11576"/>
                    <a:pt x="51712" y="25856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66"/>
            <p:cNvSpPr/>
            <p:nvPr/>
          </p:nvSpPr>
          <p:spPr>
            <a:xfrm>
              <a:off x="9940302" y="1319377"/>
              <a:ext cx="70067" cy="14649"/>
            </a:xfrm>
            <a:custGeom>
              <a:rect b="b" l="l" r="r" t="t"/>
              <a:pathLst>
                <a:path extrusionOk="0" h="14649" w="70067">
                  <a:moveTo>
                    <a:pt x="0" y="0"/>
                  </a:moveTo>
                  <a:lnTo>
                    <a:pt x="70068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66"/>
            <p:cNvSpPr/>
            <p:nvPr/>
          </p:nvSpPr>
          <p:spPr>
            <a:xfrm>
              <a:off x="9690721" y="1319377"/>
              <a:ext cx="69994" cy="14649"/>
            </a:xfrm>
            <a:custGeom>
              <a:rect b="b" l="l" r="r" t="t"/>
              <a:pathLst>
                <a:path extrusionOk="0" h="14649" w="69994">
                  <a:moveTo>
                    <a:pt x="0" y="0"/>
                  </a:moveTo>
                  <a:lnTo>
                    <a:pt x="69995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7" name="Google Shape;837;p66"/>
            <p:cNvGrpSpPr/>
            <p:nvPr/>
          </p:nvGrpSpPr>
          <p:grpSpPr>
            <a:xfrm>
              <a:off x="9662741" y="1222472"/>
              <a:ext cx="371742" cy="192228"/>
              <a:chOff x="9662741" y="1222472"/>
              <a:chExt cx="371742" cy="192228"/>
            </a:xfrm>
          </p:grpSpPr>
          <p:sp>
            <p:nvSpPr>
              <p:cNvPr id="838" name="Google Shape;838;p66"/>
              <p:cNvSpPr/>
              <p:nvPr/>
            </p:nvSpPr>
            <p:spPr>
              <a:xfrm>
                <a:off x="9662741" y="1224068"/>
                <a:ext cx="42380" cy="190632"/>
              </a:xfrm>
              <a:custGeom>
                <a:rect b="b" l="l" r="r" t="t"/>
                <a:pathLst>
                  <a:path extrusionOk="0" h="190632" w="42380">
                    <a:moveTo>
                      <a:pt x="0" y="0"/>
                    </a:moveTo>
                    <a:lnTo>
                      <a:pt x="42381" y="190632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66"/>
              <p:cNvSpPr/>
              <p:nvPr/>
            </p:nvSpPr>
            <p:spPr>
              <a:xfrm>
                <a:off x="9796152" y="1341908"/>
                <a:ext cx="5727" cy="71401"/>
              </a:xfrm>
              <a:custGeom>
                <a:rect b="b" l="l" r="r" t="t"/>
                <a:pathLst>
                  <a:path extrusionOk="0" h="71401" w="5727">
                    <a:moveTo>
                      <a:pt x="0" y="0"/>
                    </a:moveTo>
                    <a:lnTo>
                      <a:pt x="5728" y="71401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66"/>
              <p:cNvSpPr/>
              <p:nvPr/>
            </p:nvSpPr>
            <p:spPr>
              <a:xfrm>
                <a:off x="9898625" y="1343798"/>
                <a:ext cx="4306" cy="68104"/>
              </a:xfrm>
              <a:custGeom>
                <a:rect b="b" l="l" r="r" t="t"/>
                <a:pathLst>
                  <a:path extrusionOk="0" h="68104" w="4306">
                    <a:moveTo>
                      <a:pt x="4307" y="0"/>
                    </a:moveTo>
                    <a:lnTo>
                      <a:pt x="0" y="68105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66"/>
              <p:cNvSpPr/>
              <p:nvPr/>
            </p:nvSpPr>
            <p:spPr>
              <a:xfrm>
                <a:off x="9995384" y="1222472"/>
                <a:ext cx="39099" cy="188039"/>
              </a:xfrm>
              <a:custGeom>
                <a:rect b="b" l="l" r="r" t="t"/>
                <a:pathLst>
                  <a:path extrusionOk="0" h="188039" w="39099">
                    <a:moveTo>
                      <a:pt x="39099" y="0"/>
                    </a:moveTo>
                    <a:lnTo>
                      <a:pt x="0" y="188039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2" name="Google Shape;842;p66"/>
            <p:cNvSpPr/>
            <p:nvPr/>
          </p:nvSpPr>
          <p:spPr>
            <a:xfrm>
              <a:off x="9718306" y="1090305"/>
              <a:ext cx="264333" cy="264333"/>
            </a:xfrm>
            <a:custGeom>
              <a:rect b="b" l="l" r="r" t="t"/>
              <a:pathLst>
                <a:path extrusionOk="0" h="264333" w="264333">
                  <a:moveTo>
                    <a:pt x="264333" y="132167"/>
                  </a:moveTo>
                  <a:cubicBezTo>
                    <a:pt x="264333" y="205160"/>
                    <a:pt x="205160" y="264333"/>
                    <a:pt x="132167" y="264333"/>
                  </a:cubicBezTo>
                  <a:cubicBezTo>
                    <a:pt x="59173" y="264333"/>
                    <a:pt x="0" y="205160"/>
                    <a:pt x="0" y="132167"/>
                  </a:cubicBezTo>
                  <a:cubicBezTo>
                    <a:pt x="0" y="59173"/>
                    <a:pt x="59173" y="0"/>
                    <a:pt x="132167" y="0"/>
                  </a:cubicBezTo>
                  <a:cubicBezTo>
                    <a:pt x="205160" y="0"/>
                    <a:pt x="264333" y="59173"/>
                    <a:pt x="264333" y="132167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66"/>
            <p:cNvSpPr/>
            <p:nvPr/>
          </p:nvSpPr>
          <p:spPr>
            <a:xfrm>
              <a:off x="9789648" y="1182303"/>
              <a:ext cx="121794" cy="83545"/>
            </a:xfrm>
            <a:custGeom>
              <a:rect b="b" l="l" r="r" t="t"/>
              <a:pathLst>
                <a:path extrusionOk="0" h="83545" w="121794">
                  <a:moveTo>
                    <a:pt x="0" y="45296"/>
                  </a:moveTo>
                  <a:lnTo>
                    <a:pt x="38249" y="83545"/>
                  </a:lnTo>
                  <a:lnTo>
                    <a:pt x="121795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4" name="Google Shape;844;p66"/>
          <p:cNvGrpSpPr/>
          <p:nvPr/>
        </p:nvGrpSpPr>
        <p:grpSpPr>
          <a:xfrm>
            <a:off x="16342526" y="1699754"/>
            <a:ext cx="611033" cy="611055"/>
            <a:chOff x="10895017" y="1133169"/>
            <a:chExt cx="407355" cy="407370"/>
          </a:xfrm>
        </p:grpSpPr>
        <p:sp>
          <p:nvSpPr>
            <p:cNvPr id="845" name="Google Shape;845;p66"/>
            <p:cNvSpPr/>
            <p:nvPr/>
          </p:nvSpPr>
          <p:spPr>
            <a:xfrm>
              <a:off x="10895017" y="1179432"/>
              <a:ext cx="361107" cy="361107"/>
            </a:xfrm>
            <a:custGeom>
              <a:rect b="b" l="l" r="r" t="t"/>
              <a:pathLst>
                <a:path extrusionOk="0" h="361107" w="361107">
                  <a:moveTo>
                    <a:pt x="180433" y="-477"/>
                  </a:moveTo>
                  <a:cubicBezTo>
                    <a:pt x="80715" y="-477"/>
                    <a:pt x="-121" y="80359"/>
                    <a:pt x="-121" y="180077"/>
                  </a:cubicBezTo>
                  <a:cubicBezTo>
                    <a:pt x="-121" y="279795"/>
                    <a:pt x="80715" y="360630"/>
                    <a:pt x="180433" y="360630"/>
                  </a:cubicBezTo>
                  <a:cubicBezTo>
                    <a:pt x="280152" y="360630"/>
                    <a:pt x="360987" y="279795"/>
                    <a:pt x="360987" y="180077"/>
                  </a:cubicBezTo>
                  <a:lnTo>
                    <a:pt x="180433" y="180077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66"/>
            <p:cNvSpPr/>
            <p:nvPr/>
          </p:nvSpPr>
          <p:spPr>
            <a:xfrm>
              <a:off x="11121819" y="1133169"/>
              <a:ext cx="180553" cy="180553"/>
            </a:xfrm>
            <a:custGeom>
              <a:rect b="b" l="l" r="r" t="t"/>
              <a:pathLst>
                <a:path extrusionOk="0" h="180553" w="180553">
                  <a:moveTo>
                    <a:pt x="-121" y="-477"/>
                  </a:moveTo>
                  <a:lnTo>
                    <a:pt x="-121" y="180077"/>
                  </a:lnTo>
                  <a:lnTo>
                    <a:pt x="180433" y="180077"/>
                  </a:lnTo>
                  <a:cubicBezTo>
                    <a:pt x="180419" y="80358"/>
                    <a:pt x="99598" y="-462"/>
                    <a:pt x="-121" y="-477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7" name="Google Shape;847;p66"/>
          <p:cNvGrpSpPr/>
          <p:nvPr/>
        </p:nvGrpSpPr>
        <p:grpSpPr>
          <a:xfrm>
            <a:off x="10426556" y="3361102"/>
            <a:ext cx="580269" cy="672275"/>
            <a:chOff x="6951037" y="2240735"/>
            <a:chExt cx="386846" cy="448183"/>
          </a:xfrm>
        </p:grpSpPr>
        <p:grpSp>
          <p:nvGrpSpPr>
            <p:cNvPr id="848" name="Google Shape;848;p66"/>
            <p:cNvGrpSpPr/>
            <p:nvPr/>
          </p:nvGrpSpPr>
          <p:grpSpPr>
            <a:xfrm>
              <a:off x="6951037" y="2240735"/>
              <a:ext cx="386846" cy="448183"/>
              <a:chOff x="6951037" y="2240735"/>
              <a:chExt cx="386846" cy="448183"/>
            </a:xfrm>
          </p:grpSpPr>
          <p:sp>
            <p:nvSpPr>
              <p:cNvPr id="849" name="Google Shape;849;p66"/>
              <p:cNvSpPr/>
              <p:nvPr/>
            </p:nvSpPr>
            <p:spPr>
              <a:xfrm>
                <a:off x="7141875" y="2351631"/>
                <a:ext cx="196008" cy="337287"/>
              </a:xfrm>
              <a:custGeom>
                <a:rect b="b" l="l" r="r" t="t"/>
                <a:pathLst>
                  <a:path extrusionOk="0" h="337287" w="196008">
                    <a:moveTo>
                      <a:pt x="195364" y="0"/>
                    </a:moveTo>
                    <a:lnTo>
                      <a:pt x="196009" y="224502"/>
                    </a:lnTo>
                    <a:lnTo>
                      <a:pt x="630" y="337287"/>
                    </a:lnTo>
                    <a:lnTo>
                      <a:pt x="0" y="112800"/>
                    </a:lnTo>
                    <a:lnTo>
                      <a:pt x="195364" y="0"/>
                    </a:ln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66"/>
              <p:cNvSpPr/>
              <p:nvPr/>
            </p:nvSpPr>
            <p:spPr>
              <a:xfrm>
                <a:off x="6951037" y="2353521"/>
                <a:ext cx="191467" cy="335397"/>
              </a:xfrm>
              <a:custGeom>
                <a:rect b="b" l="l" r="r" t="t"/>
                <a:pathLst>
                  <a:path extrusionOk="0" h="335397" w="191467">
                    <a:moveTo>
                      <a:pt x="191468" y="335398"/>
                    </a:moveTo>
                    <a:lnTo>
                      <a:pt x="630" y="224502"/>
                    </a:lnTo>
                    <a:lnTo>
                      <a:pt x="0" y="0"/>
                    </a:lnTo>
                    <a:lnTo>
                      <a:pt x="190838" y="110910"/>
                    </a:lnTo>
                    <a:lnTo>
                      <a:pt x="191468" y="335398"/>
                    </a:ln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66"/>
              <p:cNvSpPr/>
              <p:nvPr/>
            </p:nvSpPr>
            <p:spPr>
              <a:xfrm>
                <a:off x="6951037" y="2240735"/>
                <a:ext cx="386201" cy="223695"/>
              </a:xfrm>
              <a:custGeom>
                <a:rect b="b" l="l" r="r" t="t"/>
                <a:pathLst>
                  <a:path extrusionOk="0" h="223695" w="386201">
                    <a:moveTo>
                      <a:pt x="190838" y="223696"/>
                    </a:moveTo>
                    <a:lnTo>
                      <a:pt x="0" y="112786"/>
                    </a:lnTo>
                    <a:lnTo>
                      <a:pt x="195364" y="0"/>
                    </a:lnTo>
                    <a:lnTo>
                      <a:pt x="386202" y="110896"/>
                    </a:lnTo>
                    <a:lnTo>
                      <a:pt x="190838" y="223696"/>
                    </a:ln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2" name="Google Shape;852;p66"/>
            <p:cNvSpPr/>
            <p:nvPr/>
          </p:nvSpPr>
          <p:spPr>
            <a:xfrm>
              <a:off x="7055868" y="2296183"/>
              <a:ext cx="184010" cy="106925"/>
            </a:xfrm>
            <a:custGeom>
              <a:rect b="b" l="l" r="r" t="t"/>
              <a:pathLst>
                <a:path extrusionOk="0" h="106925" w="184010">
                  <a:moveTo>
                    <a:pt x="0" y="0"/>
                  </a:moveTo>
                  <a:lnTo>
                    <a:pt x="184011" y="106926"/>
                  </a:lnTo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3" name="Google Shape;853;p66"/>
            <p:cNvGrpSpPr/>
            <p:nvPr/>
          </p:nvGrpSpPr>
          <p:grpSpPr>
            <a:xfrm>
              <a:off x="6983852" y="2410273"/>
              <a:ext cx="33708" cy="74725"/>
              <a:chOff x="6983852" y="2410273"/>
              <a:chExt cx="33708" cy="74725"/>
            </a:xfrm>
          </p:grpSpPr>
          <p:sp>
            <p:nvSpPr>
              <p:cNvPr id="854" name="Google Shape;854;p66"/>
              <p:cNvSpPr/>
              <p:nvPr/>
            </p:nvSpPr>
            <p:spPr>
              <a:xfrm>
                <a:off x="6983852" y="2447335"/>
                <a:ext cx="33708" cy="37663"/>
              </a:xfrm>
              <a:custGeom>
                <a:rect b="b" l="l" r="r" t="t"/>
                <a:pathLst>
                  <a:path extrusionOk="0" h="37663" w="33708">
                    <a:moveTo>
                      <a:pt x="33708" y="19557"/>
                    </a:moveTo>
                    <a:lnTo>
                      <a:pt x="73" y="0"/>
                    </a:lnTo>
                    <a:lnTo>
                      <a:pt x="0" y="117"/>
                    </a:lnTo>
                    <a:lnTo>
                      <a:pt x="0" y="18077"/>
                    </a:lnTo>
                    <a:lnTo>
                      <a:pt x="33708" y="37664"/>
                    </a:lnTo>
                    <a:lnTo>
                      <a:pt x="33708" y="19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66"/>
              <p:cNvSpPr/>
              <p:nvPr/>
            </p:nvSpPr>
            <p:spPr>
              <a:xfrm>
                <a:off x="6983852" y="2410273"/>
                <a:ext cx="33708" cy="37648"/>
              </a:xfrm>
              <a:custGeom>
                <a:rect b="b" l="l" r="r" t="t"/>
                <a:pathLst>
                  <a:path extrusionOk="0" h="37648" w="33708">
                    <a:moveTo>
                      <a:pt x="0" y="18063"/>
                    </a:moveTo>
                    <a:lnTo>
                      <a:pt x="33708" y="37649"/>
                    </a:lnTo>
                    <a:lnTo>
                      <a:pt x="33708" y="19542"/>
                    </a:lnTo>
                    <a:lnTo>
                      <a:pt x="73" y="0"/>
                    </a:lnTo>
                    <a:lnTo>
                      <a:pt x="0" y="102"/>
                    </a:lnTo>
                    <a:lnTo>
                      <a:pt x="0" y="180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6" name="Google Shape;856;p66"/>
          <p:cNvGrpSpPr/>
          <p:nvPr/>
        </p:nvGrpSpPr>
        <p:grpSpPr>
          <a:xfrm>
            <a:off x="16329539" y="3378726"/>
            <a:ext cx="637027" cy="637029"/>
            <a:chOff x="10886359" y="2252484"/>
            <a:chExt cx="424685" cy="424686"/>
          </a:xfrm>
        </p:grpSpPr>
        <p:sp>
          <p:nvSpPr>
            <p:cNvPr id="857" name="Google Shape;857;p66"/>
            <p:cNvSpPr/>
            <p:nvPr/>
          </p:nvSpPr>
          <p:spPr>
            <a:xfrm>
              <a:off x="10886359" y="2252484"/>
              <a:ext cx="291991" cy="291991"/>
            </a:xfrm>
            <a:custGeom>
              <a:rect b="b" l="l" r="r" t="t"/>
              <a:pathLst>
                <a:path extrusionOk="0" h="291991" w="291991">
                  <a:moveTo>
                    <a:pt x="291991" y="145996"/>
                  </a:moveTo>
                  <a:cubicBezTo>
                    <a:pt x="291991" y="226627"/>
                    <a:pt x="226627" y="291992"/>
                    <a:pt x="145996" y="291992"/>
                  </a:cubicBezTo>
                  <a:cubicBezTo>
                    <a:pt x="65364" y="291992"/>
                    <a:pt x="0" y="226627"/>
                    <a:pt x="0" y="145996"/>
                  </a:cubicBezTo>
                  <a:cubicBezTo>
                    <a:pt x="0" y="65365"/>
                    <a:pt x="65364" y="0"/>
                    <a:pt x="145996" y="0"/>
                  </a:cubicBezTo>
                  <a:cubicBezTo>
                    <a:pt x="226627" y="0"/>
                    <a:pt x="291991" y="65364"/>
                    <a:pt x="291991" y="145996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66"/>
            <p:cNvSpPr/>
            <p:nvPr/>
          </p:nvSpPr>
          <p:spPr>
            <a:xfrm>
              <a:off x="11118684" y="2484809"/>
              <a:ext cx="192360" cy="192361"/>
            </a:xfrm>
            <a:custGeom>
              <a:rect b="b" l="l" r="r" t="t"/>
              <a:pathLst>
                <a:path extrusionOk="0" h="192361" w="192360">
                  <a:moveTo>
                    <a:pt x="32858" y="0"/>
                  </a:moveTo>
                  <a:lnTo>
                    <a:pt x="192361" y="159488"/>
                  </a:lnTo>
                  <a:lnTo>
                    <a:pt x="159488" y="192361"/>
                  </a:lnTo>
                  <a:lnTo>
                    <a:pt x="0" y="32873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9" name="Google Shape;859;p66"/>
          <p:cNvGrpSpPr/>
          <p:nvPr/>
        </p:nvGrpSpPr>
        <p:grpSpPr>
          <a:xfrm>
            <a:off x="14510394" y="3507341"/>
            <a:ext cx="602242" cy="379821"/>
            <a:chOff x="9673596" y="2338227"/>
            <a:chExt cx="401495" cy="253214"/>
          </a:xfrm>
        </p:grpSpPr>
        <p:sp>
          <p:nvSpPr>
            <p:cNvPr id="860" name="Google Shape;860;p66"/>
            <p:cNvSpPr/>
            <p:nvPr/>
          </p:nvSpPr>
          <p:spPr>
            <a:xfrm>
              <a:off x="9673596" y="2338227"/>
              <a:ext cx="401495" cy="253214"/>
            </a:xfrm>
            <a:custGeom>
              <a:rect b="b" l="l" r="r" t="t"/>
              <a:pathLst>
                <a:path extrusionOk="0" h="253214" w="401495">
                  <a:moveTo>
                    <a:pt x="364037" y="0"/>
                  </a:moveTo>
                  <a:cubicBezTo>
                    <a:pt x="384725" y="0"/>
                    <a:pt x="401496" y="0"/>
                    <a:pt x="401496" y="0"/>
                  </a:cubicBezTo>
                  <a:lnTo>
                    <a:pt x="401496" y="253215"/>
                  </a:lnTo>
                  <a:cubicBezTo>
                    <a:pt x="401496" y="253215"/>
                    <a:pt x="384725" y="253215"/>
                    <a:pt x="364037" y="253215"/>
                  </a:cubicBezTo>
                  <a:lnTo>
                    <a:pt x="37458" y="253215"/>
                  </a:lnTo>
                  <a:cubicBezTo>
                    <a:pt x="16770" y="253215"/>
                    <a:pt x="0" y="253215"/>
                    <a:pt x="0" y="253215"/>
                  </a:cubicBezTo>
                  <a:lnTo>
                    <a:pt x="0" y="0"/>
                  </a:lnTo>
                  <a:cubicBezTo>
                    <a:pt x="0" y="0"/>
                    <a:pt x="16770" y="0"/>
                    <a:pt x="37458" y="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66"/>
            <p:cNvSpPr/>
            <p:nvPr/>
          </p:nvSpPr>
          <p:spPr>
            <a:xfrm>
              <a:off x="9687337" y="2346899"/>
              <a:ext cx="373968" cy="111108"/>
            </a:xfrm>
            <a:custGeom>
              <a:rect b="b" l="l" r="r" t="t"/>
              <a:pathLst>
                <a:path extrusionOk="0" h="111108" w="373968">
                  <a:moveTo>
                    <a:pt x="-121" y="-477"/>
                  </a:moveTo>
                  <a:lnTo>
                    <a:pt x="166882" y="104852"/>
                  </a:lnTo>
                  <a:cubicBezTo>
                    <a:pt x="179085" y="112558"/>
                    <a:pt x="194643" y="112558"/>
                    <a:pt x="206846" y="104852"/>
                  </a:cubicBezTo>
                  <a:lnTo>
                    <a:pt x="373848" y="-477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2" name="Google Shape;862;p66"/>
          <p:cNvGrpSpPr/>
          <p:nvPr/>
        </p:nvGrpSpPr>
        <p:grpSpPr>
          <a:xfrm>
            <a:off x="12316811" y="3355477"/>
            <a:ext cx="764279" cy="683525"/>
            <a:chOff x="8211207" y="2236985"/>
            <a:chExt cx="509519" cy="455683"/>
          </a:xfrm>
        </p:grpSpPr>
        <p:sp>
          <p:nvSpPr>
            <p:cNvPr id="863" name="Google Shape;863;p66"/>
            <p:cNvSpPr/>
            <p:nvPr/>
          </p:nvSpPr>
          <p:spPr>
            <a:xfrm>
              <a:off x="8292598" y="2388640"/>
              <a:ext cx="117561" cy="131956"/>
            </a:xfrm>
            <a:custGeom>
              <a:rect b="b" l="l" r="r" t="t"/>
              <a:pathLst>
                <a:path extrusionOk="0" h="131956" w="117561">
                  <a:moveTo>
                    <a:pt x="81301" y="46938"/>
                  </a:moveTo>
                  <a:cubicBezTo>
                    <a:pt x="103172" y="56065"/>
                    <a:pt x="117426" y="77438"/>
                    <a:pt x="117441" y="101141"/>
                  </a:cubicBezTo>
                  <a:lnTo>
                    <a:pt x="117441" y="120390"/>
                  </a:lnTo>
                  <a:cubicBezTo>
                    <a:pt x="117441" y="126514"/>
                    <a:pt x="112475" y="131480"/>
                    <a:pt x="106351" y="131480"/>
                  </a:cubicBezTo>
                  <a:lnTo>
                    <a:pt x="10954" y="131480"/>
                  </a:lnTo>
                  <a:cubicBezTo>
                    <a:pt x="4831" y="131480"/>
                    <a:pt x="-121" y="126514"/>
                    <a:pt x="-121" y="120405"/>
                  </a:cubicBezTo>
                  <a:cubicBezTo>
                    <a:pt x="-121" y="120405"/>
                    <a:pt x="-121" y="120390"/>
                    <a:pt x="-121" y="120390"/>
                  </a:cubicBezTo>
                  <a:lnTo>
                    <a:pt x="-121" y="101141"/>
                  </a:lnTo>
                  <a:cubicBezTo>
                    <a:pt x="-135" y="77497"/>
                    <a:pt x="14002" y="56152"/>
                    <a:pt x="35770" y="46938"/>
                  </a:cubicBezTo>
                  <a:lnTo>
                    <a:pt x="36020" y="46851"/>
                  </a:lnTo>
                  <a:cubicBezTo>
                    <a:pt x="25941" y="34340"/>
                    <a:pt x="27904" y="16043"/>
                    <a:pt x="40414" y="5964"/>
                  </a:cubicBezTo>
                  <a:cubicBezTo>
                    <a:pt x="52910" y="-4114"/>
                    <a:pt x="71222" y="-2152"/>
                    <a:pt x="81301" y="10359"/>
                  </a:cubicBezTo>
                  <a:cubicBezTo>
                    <a:pt x="89885" y="21009"/>
                    <a:pt x="89885" y="36200"/>
                    <a:pt x="81301" y="46851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66"/>
            <p:cNvSpPr/>
            <p:nvPr/>
          </p:nvSpPr>
          <p:spPr>
            <a:xfrm>
              <a:off x="8211207" y="2324662"/>
              <a:ext cx="280330" cy="280330"/>
            </a:xfrm>
            <a:custGeom>
              <a:rect b="b" l="l" r="r" t="t"/>
              <a:pathLst>
                <a:path extrusionOk="0" h="280330" w="280330">
                  <a:moveTo>
                    <a:pt x="280331" y="140165"/>
                  </a:moveTo>
                  <a:cubicBezTo>
                    <a:pt x="280331" y="217576"/>
                    <a:pt x="217576" y="280331"/>
                    <a:pt x="140166" y="280331"/>
                  </a:cubicBezTo>
                  <a:cubicBezTo>
                    <a:pt x="62754" y="280331"/>
                    <a:pt x="0" y="217576"/>
                    <a:pt x="0" y="140165"/>
                  </a:cubicBezTo>
                  <a:cubicBezTo>
                    <a:pt x="0" y="62754"/>
                    <a:pt x="62755" y="0"/>
                    <a:pt x="140166" y="0"/>
                  </a:cubicBezTo>
                  <a:cubicBezTo>
                    <a:pt x="217577" y="0"/>
                    <a:pt x="280331" y="62754"/>
                    <a:pt x="280331" y="140165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66"/>
            <p:cNvSpPr/>
            <p:nvPr/>
          </p:nvSpPr>
          <p:spPr>
            <a:xfrm>
              <a:off x="8475042" y="2333495"/>
              <a:ext cx="122234" cy="65292"/>
            </a:xfrm>
            <a:custGeom>
              <a:rect b="b" l="l" r="r" t="t"/>
              <a:pathLst>
                <a:path extrusionOk="0" h="65292" w="122234">
                  <a:moveTo>
                    <a:pt x="0" y="65292"/>
                  </a:moveTo>
                  <a:lnTo>
                    <a:pt x="122234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66"/>
            <p:cNvSpPr/>
            <p:nvPr/>
          </p:nvSpPr>
          <p:spPr>
            <a:xfrm>
              <a:off x="8475042" y="2530881"/>
              <a:ext cx="122234" cy="65277"/>
            </a:xfrm>
            <a:custGeom>
              <a:rect b="b" l="l" r="r" t="t"/>
              <a:pathLst>
                <a:path extrusionOk="0" h="65277" w="122234">
                  <a:moveTo>
                    <a:pt x="122234" y="65278"/>
                  </a:moveTo>
                  <a:lnTo>
                    <a:pt x="0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66"/>
            <p:cNvSpPr/>
            <p:nvPr/>
          </p:nvSpPr>
          <p:spPr>
            <a:xfrm>
              <a:off x="8589527" y="2236985"/>
              <a:ext cx="131199" cy="131199"/>
            </a:xfrm>
            <a:custGeom>
              <a:rect b="b" l="l" r="r" t="t"/>
              <a:pathLst>
                <a:path extrusionOk="0" h="131199" w="131199">
                  <a:moveTo>
                    <a:pt x="131200" y="65600"/>
                  </a:moveTo>
                  <a:cubicBezTo>
                    <a:pt x="131200" y="101830"/>
                    <a:pt x="101830" y="131200"/>
                    <a:pt x="65600" y="131200"/>
                  </a:cubicBezTo>
                  <a:cubicBezTo>
                    <a:pt x="29370" y="131200"/>
                    <a:pt x="0" y="101830"/>
                    <a:pt x="0" y="65600"/>
                  </a:cubicBezTo>
                  <a:cubicBezTo>
                    <a:pt x="0" y="29370"/>
                    <a:pt x="29370" y="0"/>
                    <a:pt x="65600" y="0"/>
                  </a:cubicBezTo>
                  <a:cubicBezTo>
                    <a:pt x="101830" y="0"/>
                    <a:pt x="131200" y="29370"/>
                    <a:pt x="131200" y="6560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66"/>
            <p:cNvSpPr/>
            <p:nvPr/>
          </p:nvSpPr>
          <p:spPr>
            <a:xfrm>
              <a:off x="8589527" y="2561469"/>
              <a:ext cx="131199" cy="131199"/>
            </a:xfrm>
            <a:custGeom>
              <a:rect b="b" l="l" r="r" t="t"/>
              <a:pathLst>
                <a:path extrusionOk="0" h="131199" w="131199">
                  <a:moveTo>
                    <a:pt x="131200" y="65600"/>
                  </a:moveTo>
                  <a:cubicBezTo>
                    <a:pt x="131200" y="101830"/>
                    <a:pt x="101830" y="131200"/>
                    <a:pt x="65600" y="131200"/>
                  </a:cubicBezTo>
                  <a:cubicBezTo>
                    <a:pt x="29370" y="131200"/>
                    <a:pt x="0" y="101830"/>
                    <a:pt x="0" y="65600"/>
                  </a:cubicBezTo>
                  <a:cubicBezTo>
                    <a:pt x="0" y="29370"/>
                    <a:pt x="29370" y="0"/>
                    <a:pt x="65600" y="0"/>
                  </a:cubicBezTo>
                  <a:cubicBezTo>
                    <a:pt x="101830" y="0"/>
                    <a:pt x="131200" y="29370"/>
                    <a:pt x="131200" y="6560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9" name="Google Shape;869;p66"/>
          <p:cNvGrpSpPr/>
          <p:nvPr/>
        </p:nvGrpSpPr>
        <p:grpSpPr>
          <a:xfrm>
            <a:off x="8405579" y="3426519"/>
            <a:ext cx="688557" cy="541441"/>
            <a:chOff x="5603719" y="2284346"/>
            <a:chExt cx="459038" cy="360961"/>
          </a:xfrm>
        </p:grpSpPr>
        <p:sp>
          <p:nvSpPr>
            <p:cNvPr id="870" name="Google Shape;870;p66"/>
            <p:cNvSpPr/>
            <p:nvPr/>
          </p:nvSpPr>
          <p:spPr>
            <a:xfrm>
              <a:off x="5782808" y="2284346"/>
              <a:ext cx="100875" cy="100875"/>
            </a:xfrm>
            <a:custGeom>
              <a:rect b="b" l="l" r="r" t="t"/>
              <a:pathLst>
                <a:path extrusionOk="0" h="100875" w="100875">
                  <a:moveTo>
                    <a:pt x="100876" y="50438"/>
                  </a:moveTo>
                  <a:cubicBezTo>
                    <a:pt x="100876" y="78294"/>
                    <a:pt x="78294" y="100876"/>
                    <a:pt x="50438" y="100876"/>
                  </a:cubicBezTo>
                  <a:cubicBezTo>
                    <a:pt x="22582" y="100876"/>
                    <a:pt x="0" y="78294"/>
                    <a:pt x="0" y="50438"/>
                  </a:cubicBezTo>
                  <a:cubicBezTo>
                    <a:pt x="0" y="22582"/>
                    <a:pt x="22582" y="0"/>
                    <a:pt x="50438" y="0"/>
                  </a:cubicBezTo>
                  <a:cubicBezTo>
                    <a:pt x="78294" y="0"/>
                    <a:pt x="100876" y="22582"/>
                    <a:pt x="100876" y="50438"/>
                  </a:cubicBezTo>
                  <a:close/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66"/>
            <p:cNvGrpSpPr/>
            <p:nvPr/>
          </p:nvGrpSpPr>
          <p:grpSpPr>
            <a:xfrm>
              <a:off x="5603719" y="2544432"/>
              <a:ext cx="459038" cy="100875"/>
              <a:chOff x="5603719" y="2544432"/>
              <a:chExt cx="459038" cy="100875"/>
            </a:xfrm>
          </p:grpSpPr>
          <p:sp>
            <p:nvSpPr>
              <p:cNvPr id="872" name="Google Shape;872;p66"/>
              <p:cNvSpPr/>
              <p:nvPr/>
            </p:nvSpPr>
            <p:spPr>
              <a:xfrm>
                <a:off x="5961882" y="2544432"/>
                <a:ext cx="100875" cy="100875"/>
              </a:xfrm>
              <a:custGeom>
                <a:rect b="b" l="l" r="r" t="t"/>
                <a:pathLst>
                  <a:path extrusionOk="0" h="100875" w="100875">
                    <a:moveTo>
                      <a:pt x="100876" y="50438"/>
                    </a:moveTo>
                    <a:cubicBezTo>
                      <a:pt x="100876" y="78294"/>
                      <a:pt x="78294" y="100876"/>
                      <a:pt x="50438" y="100876"/>
                    </a:cubicBezTo>
                    <a:cubicBezTo>
                      <a:pt x="22582" y="100876"/>
                      <a:pt x="0" y="78294"/>
                      <a:pt x="0" y="50438"/>
                    </a:cubicBezTo>
                    <a:cubicBezTo>
                      <a:pt x="0" y="22582"/>
                      <a:pt x="22582" y="0"/>
                      <a:pt x="50438" y="0"/>
                    </a:cubicBezTo>
                    <a:cubicBezTo>
                      <a:pt x="78294" y="0"/>
                      <a:pt x="100876" y="22582"/>
                      <a:pt x="100876" y="50438"/>
                    </a:cubicBez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66"/>
              <p:cNvSpPr/>
              <p:nvPr/>
            </p:nvSpPr>
            <p:spPr>
              <a:xfrm>
                <a:off x="5782808" y="2544432"/>
                <a:ext cx="100875" cy="100875"/>
              </a:xfrm>
              <a:custGeom>
                <a:rect b="b" l="l" r="r" t="t"/>
                <a:pathLst>
                  <a:path extrusionOk="0" h="100875" w="100875">
                    <a:moveTo>
                      <a:pt x="100876" y="50438"/>
                    </a:moveTo>
                    <a:cubicBezTo>
                      <a:pt x="100876" y="78294"/>
                      <a:pt x="78294" y="100876"/>
                      <a:pt x="50438" y="100876"/>
                    </a:cubicBezTo>
                    <a:cubicBezTo>
                      <a:pt x="22582" y="100876"/>
                      <a:pt x="0" y="78294"/>
                      <a:pt x="0" y="50438"/>
                    </a:cubicBezTo>
                    <a:cubicBezTo>
                      <a:pt x="0" y="22582"/>
                      <a:pt x="22582" y="0"/>
                      <a:pt x="50438" y="0"/>
                    </a:cubicBezTo>
                    <a:cubicBezTo>
                      <a:pt x="78294" y="0"/>
                      <a:pt x="100876" y="22582"/>
                      <a:pt x="100876" y="50438"/>
                    </a:cubicBez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66"/>
              <p:cNvSpPr/>
              <p:nvPr/>
            </p:nvSpPr>
            <p:spPr>
              <a:xfrm>
                <a:off x="5603719" y="2544432"/>
                <a:ext cx="100875" cy="100875"/>
              </a:xfrm>
              <a:custGeom>
                <a:rect b="b" l="l" r="r" t="t"/>
                <a:pathLst>
                  <a:path extrusionOk="0" h="100875" w="100875">
                    <a:moveTo>
                      <a:pt x="100876" y="50438"/>
                    </a:moveTo>
                    <a:cubicBezTo>
                      <a:pt x="100876" y="78294"/>
                      <a:pt x="78294" y="100876"/>
                      <a:pt x="50438" y="100876"/>
                    </a:cubicBezTo>
                    <a:cubicBezTo>
                      <a:pt x="22582" y="100876"/>
                      <a:pt x="0" y="78294"/>
                      <a:pt x="0" y="50438"/>
                    </a:cubicBezTo>
                    <a:cubicBezTo>
                      <a:pt x="0" y="22582"/>
                      <a:pt x="22582" y="0"/>
                      <a:pt x="50438" y="0"/>
                    </a:cubicBezTo>
                    <a:cubicBezTo>
                      <a:pt x="78294" y="0"/>
                      <a:pt x="100876" y="22582"/>
                      <a:pt x="100876" y="50438"/>
                    </a:cubicBezTo>
                    <a:close/>
                  </a:path>
                </a:pathLst>
              </a:custGeom>
              <a:noFill/>
              <a:ln cap="sq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5" name="Google Shape;875;p66"/>
            <p:cNvSpPr/>
            <p:nvPr/>
          </p:nvSpPr>
          <p:spPr>
            <a:xfrm>
              <a:off x="5833246" y="2385222"/>
              <a:ext cx="14649" cy="159209"/>
            </a:xfrm>
            <a:custGeom>
              <a:rect b="b" l="l" r="r" t="t"/>
              <a:pathLst>
                <a:path extrusionOk="0" h="159209" w="14649">
                  <a:moveTo>
                    <a:pt x="0" y="0"/>
                  </a:moveTo>
                  <a:lnTo>
                    <a:pt x="0" y="159209"/>
                  </a:lnTo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66"/>
            <p:cNvSpPr/>
            <p:nvPr/>
          </p:nvSpPr>
          <p:spPr>
            <a:xfrm>
              <a:off x="5654127" y="2455056"/>
              <a:ext cx="358148" cy="89376"/>
            </a:xfrm>
            <a:custGeom>
              <a:rect b="b" l="l" r="r" t="t"/>
              <a:pathLst>
                <a:path extrusionOk="0" h="89376" w="358148">
                  <a:moveTo>
                    <a:pt x="-121" y="88899"/>
                  </a:moveTo>
                  <a:lnTo>
                    <a:pt x="-121" y="63219"/>
                  </a:lnTo>
                  <a:cubicBezTo>
                    <a:pt x="-121" y="28046"/>
                    <a:pt x="28402" y="-477"/>
                    <a:pt x="63575" y="-477"/>
                  </a:cubicBezTo>
                  <a:cubicBezTo>
                    <a:pt x="63575" y="-477"/>
                    <a:pt x="63589" y="-477"/>
                    <a:pt x="63589" y="-477"/>
                  </a:cubicBezTo>
                  <a:lnTo>
                    <a:pt x="294332" y="-477"/>
                  </a:lnTo>
                  <a:cubicBezTo>
                    <a:pt x="329505" y="-477"/>
                    <a:pt x="358027" y="28046"/>
                    <a:pt x="358027" y="63219"/>
                  </a:cubicBezTo>
                  <a:lnTo>
                    <a:pt x="358027" y="88899"/>
                  </a:lnTo>
                </a:path>
              </a:pathLst>
            </a:custGeom>
            <a:noFill/>
            <a:ln cap="sq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7" name="Google Shape;877;p66"/>
          <p:cNvGrpSpPr/>
          <p:nvPr/>
        </p:nvGrpSpPr>
        <p:grpSpPr>
          <a:xfrm>
            <a:off x="6504579" y="3426498"/>
            <a:ext cx="541464" cy="541485"/>
            <a:chOff x="4336386" y="2284332"/>
            <a:chExt cx="360976" cy="360990"/>
          </a:xfrm>
        </p:grpSpPr>
        <p:sp>
          <p:nvSpPr>
            <p:cNvPr id="878" name="Google Shape;878;p66"/>
            <p:cNvSpPr/>
            <p:nvPr/>
          </p:nvSpPr>
          <p:spPr>
            <a:xfrm>
              <a:off x="4336386" y="2284332"/>
              <a:ext cx="180495" cy="180495"/>
            </a:xfrm>
            <a:custGeom>
              <a:rect b="b" l="l" r="r" t="t"/>
              <a:pathLst>
                <a:path extrusionOk="0" h="180495" w="180495">
                  <a:moveTo>
                    <a:pt x="0" y="0"/>
                  </a:moveTo>
                  <a:lnTo>
                    <a:pt x="180495" y="0"/>
                  </a:lnTo>
                  <a:lnTo>
                    <a:pt x="180495" y="180495"/>
                  </a:lnTo>
                  <a:lnTo>
                    <a:pt x="0" y="180495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66"/>
            <p:cNvSpPr/>
            <p:nvPr/>
          </p:nvSpPr>
          <p:spPr>
            <a:xfrm>
              <a:off x="4516867" y="2464827"/>
              <a:ext cx="180495" cy="180495"/>
            </a:xfrm>
            <a:custGeom>
              <a:rect b="b" l="l" r="r" t="t"/>
              <a:pathLst>
                <a:path extrusionOk="0" h="180495" w="180495">
                  <a:moveTo>
                    <a:pt x="0" y="0"/>
                  </a:moveTo>
                  <a:lnTo>
                    <a:pt x="180495" y="0"/>
                  </a:lnTo>
                  <a:lnTo>
                    <a:pt x="180495" y="180495"/>
                  </a:lnTo>
                  <a:lnTo>
                    <a:pt x="0" y="180495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66"/>
            <p:cNvSpPr/>
            <p:nvPr/>
          </p:nvSpPr>
          <p:spPr>
            <a:xfrm>
              <a:off x="4344532" y="2519689"/>
              <a:ext cx="119304" cy="118660"/>
            </a:xfrm>
            <a:custGeom>
              <a:rect b="b" l="l" r="r" t="t"/>
              <a:pathLst>
                <a:path extrusionOk="0" h="118660" w="119304">
                  <a:moveTo>
                    <a:pt x="119184" y="118184"/>
                  </a:moveTo>
                  <a:cubicBezTo>
                    <a:pt x="62315" y="100678"/>
                    <a:pt x="17693" y="56305"/>
                    <a:pt x="-121" y="-477"/>
                  </a:cubicBezTo>
                  <a:lnTo>
                    <a:pt x="42567" y="-477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66"/>
            <p:cNvSpPr/>
            <p:nvPr/>
          </p:nvSpPr>
          <p:spPr>
            <a:xfrm>
              <a:off x="4569619" y="2293371"/>
              <a:ext cx="117912" cy="114441"/>
            </a:xfrm>
            <a:custGeom>
              <a:rect b="b" l="l" r="r" t="t"/>
              <a:pathLst>
                <a:path extrusionOk="0" h="114441" w="117912">
                  <a:moveTo>
                    <a:pt x="-121" y="-477"/>
                  </a:moveTo>
                  <a:cubicBezTo>
                    <a:pt x="55254" y="16575"/>
                    <a:pt x="99100" y="59131"/>
                    <a:pt x="117792" y="113964"/>
                  </a:cubicBezTo>
                  <a:lnTo>
                    <a:pt x="76774" y="113964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2" name="Google Shape;882;p66"/>
            <p:cNvGrpSpPr/>
            <p:nvPr/>
          </p:nvGrpSpPr>
          <p:grpSpPr>
            <a:xfrm>
              <a:off x="4568271" y="2511470"/>
              <a:ext cx="77700" cy="87207"/>
              <a:chOff x="4568271" y="2511470"/>
              <a:chExt cx="77700" cy="87207"/>
            </a:xfrm>
          </p:grpSpPr>
          <p:sp>
            <p:nvSpPr>
              <p:cNvPr id="883" name="Google Shape;883;p66"/>
              <p:cNvSpPr/>
              <p:nvPr/>
            </p:nvSpPr>
            <p:spPr>
              <a:xfrm>
                <a:off x="4568271" y="2511470"/>
                <a:ext cx="77700" cy="87207"/>
              </a:xfrm>
              <a:custGeom>
                <a:rect b="b" l="l" r="r" t="t"/>
                <a:pathLst>
                  <a:path extrusionOk="0" h="87207" w="77700">
                    <a:moveTo>
                      <a:pt x="77700" y="87208"/>
                    </a:moveTo>
                    <a:lnTo>
                      <a:pt x="40213" y="0"/>
                    </a:lnTo>
                    <a:lnTo>
                      <a:pt x="0" y="87208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66"/>
              <p:cNvSpPr/>
              <p:nvPr/>
            </p:nvSpPr>
            <p:spPr>
              <a:xfrm>
                <a:off x="4582393" y="2576279"/>
                <a:ext cx="53939" cy="14649"/>
              </a:xfrm>
              <a:custGeom>
                <a:rect b="b" l="l" r="r" t="t"/>
                <a:pathLst>
                  <a:path extrusionOk="0" h="14649" w="53939">
                    <a:moveTo>
                      <a:pt x="0" y="0"/>
                    </a:moveTo>
                    <a:lnTo>
                      <a:pt x="53939" y="0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5" name="Google Shape;885;p66"/>
            <p:cNvGrpSpPr/>
            <p:nvPr/>
          </p:nvGrpSpPr>
          <p:grpSpPr>
            <a:xfrm>
              <a:off x="4385652" y="2324017"/>
              <a:ext cx="81948" cy="101138"/>
              <a:chOff x="4385652" y="2324017"/>
              <a:chExt cx="81948" cy="101138"/>
            </a:xfrm>
          </p:grpSpPr>
          <p:sp>
            <p:nvSpPr>
              <p:cNvPr id="886" name="Google Shape;886;p66"/>
              <p:cNvSpPr/>
              <p:nvPr/>
            </p:nvSpPr>
            <p:spPr>
              <a:xfrm>
                <a:off x="4385652" y="2348159"/>
                <a:ext cx="81948" cy="14649"/>
              </a:xfrm>
              <a:custGeom>
                <a:rect b="b" l="l" r="r" t="t"/>
                <a:pathLst>
                  <a:path extrusionOk="0" h="14649" w="81948">
                    <a:moveTo>
                      <a:pt x="0" y="0"/>
                    </a:moveTo>
                    <a:lnTo>
                      <a:pt x="81949" y="0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7" name="Google Shape;887;p66"/>
              <p:cNvGrpSpPr/>
              <p:nvPr/>
            </p:nvGrpSpPr>
            <p:grpSpPr>
              <a:xfrm>
                <a:off x="4389315" y="2348159"/>
                <a:ext cx="74623" cy="76996"/>
                <a:chOff x="4389315" y="2348159"/>
                <a:chExt cx="74623" cy="76996"/>
              </a:xfrm>
            </p:grpSpPr>
            <p:sp>
              <p:nvSpPr>
                <p:cNvPr id="888" name="Google Shape;888;p66"/>
                <p:cNvSpPr/>
                <p:nvPr/>
              </p:nvSpPr>
              <p:spPr>
                <a:xfrm>
                  <a:off x="4389315" y="2348159"/>
                  <a:ext cx="59754" cy="76996"/>
                </a:xfrm>
                <a:custGeom>
                  <a:rect b="b" l="l" r="r" t="t"/>
                  <a:pathLst>
                    <a:path extrusionOk="0" h="76996" w="59754">
                      <a:moveTo>
                        <a:pt x="59634" y="-477"/>
                      </a:moveTo>
                      <a:lnTo>
                        <a:pt x="59634" y="16766"/>
                      </a:lnTo>
                      <a:cubicBezTo>
                        <a:pt x="59634" y="49771"/>
                        <a:pt x="32884" y="76520"/>
                        <a:pt x="-121" y="76520"/>
                      </a:cubicBezTo>
                      <a:lnTo>
                        <a:pt x="-121" y="76520"/>
                      </a:lnTo>
                    </a:path>
                  </a:pathLst>
                </a:custGeom>
                <a:noFill/>
                <a:ln cap="flat" cmpd="sng" w="16400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66"/>
                <p:cNvSpPr/>
                <p:nvPr/>
              </p:nvSpPr>
              <p:spPr>
                <a:xfrm>
                  <a:off x="4404184" y="2348159"/>
                  <a:ext cx="59754" cy="76996"/>
                </a:xfrm>
                <a:custGeom>
                  <a:rect b="b" l="l" r="r" t="t"/>
                  <a:pathLst>
                    <a:path extrusionOk="0" h="76996" w="59754">
                      <a:moveTo>
                        <a:pt x="-121" y="-477"/>
                      </a:moveTo>
                      <a:lnTo>
                        <a:pt x="-121" y="16766"/>
                      </a:lnTo>
                      <a:cubicBezTo>
                        <a:pt x="-121" y="49771"/>
                        <a:pt x="26629" y="76520"/>
                        <a:pt x="59634" y="76520"/>
                      </a:cubicBezTo>
                      <a:lnTo>
                        <a:pt x="59634" y="76520"/>
                      </a:lnTo>
                    </a:path>
                  </a:pathLst>
                </a:custGeom>
                <a:noFill/>
                <a:ln cap="flat" cmpd="sng" w="16400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" name="Google Shape;890;p66"/>
              <p:cNvSpPr/>
              <p:nvPr/>
            </p:nvSpPr>
            <p:spPr>
              <a:xfrm>
                <a:off x="4426627" y="2324017"/>
                <a:ext cx="14649" cy="24142"/>
              </a:xfrm>
              <a:custGeom>
                <a:rect b="b" l="l" r="r" t="t"/>
                <a:pathLst>
                  <a:path extrusionOk="0" h="24142" w="14649">
                    <a:moveTo>
                      <a:pt x="0" y="24142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1" name="Google Shape;891;p66"/>
          <p:cNvGrpSpPr/>
          <p:nvPr/>
        </p:nvGrpSpPr>
        <p:grpSpPr>
          <a:xfrm>
            <a:off x="4369514" y="3426182"/>
            <a:ext cx="862481" cy="542109"/>
            <a:chOff x="2913009" y="2284121"/>
            <a:chExt cx="574987" cy="361406"/>
          </a:xfrm>
        </p:grpSpPr>
        <p:grpSp>
          <p:nvGrpSpPr>
            <p:cNvPr id="892" name="Google Shape;892;p66"/>
            <p:cNvGrpSpPr/>
            <p:nvPr/>
          </p:nvGrpSpPr>
          <p:grpSpPr>
            <a:xfrm>
              <a:off x="3073566" y="2284121"/>
              <a:ext cx="322037" cy="361406"/>
              <a:chOff x="3073566" y="2284121"/>
              <a:chExt cx="322037" cy="361406"/>
            </a:xfrm>
          </p:grpSpPr>
          <p:sp>
            <p:nvSpPr>
              <p:cNvPr id="893" name="Google Shape;893;p66"/>
              <p:cNvSpPr/>
              <p:nvPr/>
            </p:nvSpPr>
            <p:spPr>
              <a:xfrm>
                <a:off x="3073566" y="2284121"/>
                <a:ext cx="322037" cy="361406"/>
              </a:xfrm>
              <a:custGeom>
                <a:rect b="b" l="l" r="r" t="t"/>
                <a:pathLst>
                  <a:path extrusionOk="0" h="361406" w="322037">
                    <a:moveTo>
                      <a:pt x="222931" y="129191"/>
                    </a:moveTo>
                    <a:cubicBezTo>
                      <a:pt x="282876" y="154256"/>
                      <a:pt x="321902" y="212853"/>
                      <a:pt x="321917" y="277823"/>
                    </a:cubicBezTo>
                    <a:lnTo>
                      <a:pt x="321917" y="330562"/>
                    </a:lnTo>
                    <a:cubicBezTo>
                      <a:pt x="321917" y="347335"/>
                      <a:pt x="308322" y="360930"/>
                      <a:pt x="291548" y="360930"/>
                    </a:cubicBezTo>
                    <a:lnTo>
                      <a:pt x="30247" y="360930"/>
                    </a:lnTo>
                    <a:cubicBezTo>
                      <a:pt x="13474" y="360930"/>
                      <a:pt x="-121" y="347335"/>
                      <a:pt x="-121" y="330562"/>
                    </a:cubicBezTo>
                    <a:lnTo>
                      <a:pt x="-121" y="277823"/>
                    </a:lnTo>
                    <a:cubicBezTo>
                      <a:pt x="-106" y="213103"/>
                      <a:pt x="38627" y="154681"/>
                      <a:pt x="98221" y="129455"/>
                    </a:cubicBezTo>
                    <a:lnTo>
                      <a:pt x="98880" y="129191"/>
                    </a:lnTo>
                    <a:cubicBezTo>
                      <a:pt x="71266" y="94940"/>
                      <a:pt x="76642" y="44782"/>
                      <a:pt x="110907" y="17167"/>
                    </a:cubicBezTo>
                    <a:cubicBezTo>
                      <a:pt x="145157" y="-10447"/>
                      <a:pt x="195302" y="-5056"/>
                      <a:pt x="222916" y="29194"/>
                    </a:cubicBezTo>
                    <a:cubicBezTo>
                      <a:pt x="250530" y="63445"/>
                      <a:pt x="245154" y="113604"/>
                      <a:pt x="210904" y="141219"/>
                    </a:cubicBezTo>
                    <a:cubicBezTo>
                      <a:pt x="196738" y="152630"/>
                      <a:pt x="179100" y="158856"/>
                      <a:pt x="160905" y="158856"/>
                    </a:cubicBez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66"/>
              <p:cNvSpPr/>
              <p:nvPr/>
            </p:nvSpPr>
            <p:spPr>
              <a:xfrm>
                <a:off x="3234592" y="2413788"/>
                <a:ext cx="62025" cy="29665"/>
              </a:xfrm>
              <a:custGeom>
                <a:rect b="b" l="l" r="r" t="t"/>
                <a:pathLst>
                  <a:path extrusionOk="0" h="29665" w="62025">
                    <a:moveTo>
                      <a:pt x="61905" y="-477"/>
                    </a:moveTo>
                    <a:cubicBezTo>
                      <a:pt x="46801" y="18304"/>
                      <a:pt x="23978" y="29218"/>
                      <a:pt x="-121" y="29189"/>
                    </a:cubicBez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" name="Google Shape;895;p66"/>
            <p:cNvSpPr/>
            <p:nvPr/>
          </p:nvSpPr>
          <p:spPr>
            <a:xfrm>
              <a:off x="3280737" y="2284145"/>
              <a:ext cx="207259" cy="361382"/>
            </a:xfrm>
            <a:custGeom>
              <a:rect b="b" l="l" r="r" t="t"/>
              <a:pathLst>
                <a:path extrusionOk="0" h="361382" w="207259">
                  <a:moveTo>
                    <a:pt x="46127" y="360905"/>
                  </a:moveTo>
                  <a:lnTo>
                    <a:pt x="176785" y="360905"/>
                  </a:lnTo>
                  <a:cubicBezTo>
                    <a:pt x="193544" y="360905"/>
                    <a:pt x="207139" y="347310"/>
                    <a:pt x="207139" y="330552"/>
                  </a:cubicBezTo>
                  <a:cubicBezTo>
                    <a:pt x="207139" y="330552"/>
                    <a:pt x="207139" y="330537"/>
                    <a:pt x="207139" y="330537"/>
                  </a:cubicBezTo>
                  <a:lnTo>
                    <a:pt x="207139" y="277799"/>
                  </a:lnTo>
                  <a:cubicBezTo>
                    <a:pt x="207124" y="213078"/>
                    <a:pt x="168406" y="154656"/>
                    <a:pt x="108812" y="129430"/>
                  </a:cubicBezTo>
                  <a:lnTo>
                    <a:pt x="108153" y="129166"/>
                  </a:lnTo>
                  <a:cubicBezTo>
                    <a:pt x="135752" y="94902"/>
                    <a:pt x="130361" y="44757"/>
                    <a:pt x="96096" y="17157"/>
                  </a:cubicBezTo>
                  <a:cubicBezTo>
                    <a:pt x="68292" y="-5256"/>
                    <a:pt x="28958" y="-6414"/>
                    <a:pt x="-121" y="14316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6" name="Google Shape;896;p66"/>
            <p:cNvGrpSpPr/>
            <p:nvPr/>
          </p:nvGrpSpPr>
          <p:grpSpPr>
            <a:xfrm>
              <a:off x="2913009" y="2396385"/>
              <a:ext cx="136883" cy="136883"/>
              <a:chOff x="2913009" y="2396385"/>
              <a:chExt cx="136883" cy="136883"/>
            </a:xfrm>
          </p:grpSpPr>
          <p:sp>
            <p:nvSpPr>
              <p:cNvPr id="897" name="Google Shape;897;p66"/>
              <p:cNvSpPr/>
              <p:nvPr/>
            </p:nvSpPr>
            <p:spPr>
              <a:xfrm>
                <a:off x="2981450" y="2396385"/>
                <a:ext cx="14649" cy="136883"/>
              </a:xfrm>
              <a:custGeom>
                <a:rect b="b" l="l" r="r" t="t"/>
                <a:pathLst>
                  <a:path extrusionOk="0" h="136883" w="14649">
                    <a:moveTo>
                      <a:pt x="0" y="0"/>
                    </a:moveTo>
                    <a:lnTo>
                      <a:pt x="0" y="136884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66"/>
              <p:cNvSpPr/>
              <p:nvPr/>
            </p:nvSpPr>
            <p:spPr>
              <a:xfrm>
                <a:off x="2913009" y="2464827"/>
                <a:ext cx="136883" cy="14649"/>
              </a:xfrm>
              <a:custGeom>
                <a:rect b="b" l="l" r="r" t="t"/>
                <a:pathLst>
                  <a:path extrusionOk="0" h="14649" w="136883">
                    <a:moveTo>
                      <a:pt x="136884" y="0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9" name="Google Shape;899;p66"/>
          <p:cNvGrpSpPr/>
          <p:nvPr/>
        </p:nvGrpSpPr>
        <p:grpSpPr>
          <a:xfrm>
            <a:off x="16286933" y="5028099"/>
            <a:ext cx="722176" cy="722223"/>
            <a:chOff x="10857955" y="3352066"/>
            <a:chExt cx="481451" cy="481482"/>
          </a:xfrm>
        </p:grpSpPr>
        <p:sp>
          <p:nvSpPr>
            <p:cNvPr id="900" name="Google Shape;900;p66"/>
            <p:cNvSpPr/>
            <p:nvPr/>
          </p:nvSpPr>
          <p:spPr>
            <a:xfrm>
              <a:off x="10857955" y="3352066"/>
              <a:ext cx="320689" cy="320689"/>
            </a:xfrm>
            <a:custGeom>
              <a:rect b="b" l="l" r="r" t="t"/>
              <a:pathLst>
                <a:path extrusionOk="0" h="320689" w="320689">
                  <a:moveTo>
                    <a:pt x="267509" y="212804"/>
                  </a:moveTo>
                  <a:cubicBezTo>
                    <a:pt x="260301" y="220012"/>
                    <a:pt x="253548" y="219659"/>
                    <a:pt x="249285" y="215411"/>
                  </a:cubicBezTo>
                  <a:cubicBezTo>
                    <a:pt x="236510" y="202623"/>
                    <a:pt x="251175" y="196470"/>
                    <a:pt x="235793" y="181087"/>
                  </a:cubicBezTo>
                  <a:cubicBezTo>
                    <a:pt x="220410" y="165706"/>
                    <a:pt x="197059" y="182421"/>
                    <a:pt x="189925" y="189570"/>
                  </a:cubicBezTo>
                  <a:cubicBezTo>
                    <a:pt x="182791" y="196719"/>
                    <a:pt x="166062" y="220055"/>
                    <a:pt x="181443" y="235437"/>
                  </a:cubicBezTo>
                  <a:cubicBezTo>
                    <a:pt x="196825" y="250819"/>
                    <a:pt x="202978" y="236155"/>
                    <a:pt x="215767" y="248929"/>
                  </a:cubicBezTo>
                  <a:cubicBezTo>
                    <a:pt x="220015" y="253192"/>
                    <a:pt x="220367" y="259945"/>
                    <a:pt x="213159" y="267153"/>
                  </a:cubicBezTo>
                  <a:lnTo>
                    <a:pt x="160099" y="320213"/>
                  </a:lnTo>
                  <a:lnTo>
                    <a:pt x="107171" y="267285"/>
                  </a:lnTo>
                  <a:cubicBezTo>
                    <a:pt x="99949" y="260063"/>
                    <a:pt x="93196" y="260429"/>
                    <a:pt x="88947" y="264677"/>
                  </a:cubicBezTo>
                  <a:cubicBezTo>
                    <a:pt x="76158" y="277451"/>
                    <a:pt x="90837" y="283605"/>
                    <a:pt x="75455" y="299001"/>
                  </a:cubicBezTo>
                  <a:cubicBezTo>
                    <a:pt x="60073" y="314397"/>
                    <a:pt x="36722" y="297653"/>
                    <a:pt x="29573" y="290519"/>
                  </a:cubicBezTo>
                  <a:cubicBezTo>
                    <a:pt x="22425" y="283385"/>
                    <a:pt x="5709" y="260018"/>
                    <a:pt x="21092" y="244637"/>
                  </a:cubicBezTo>
                  <a:cubicBezTo>
                    <a:pt x="36473" y="229255"/>
                    <a:pt x="42640" y="243934"/>
                    <a:pt x="55414" y="231145"/>
                  </a:cubicBezTo>
                  <a:cubicBezTo>
                    <a:pt x="59663" y="226896"/>
                    <a:pt x="60029" y="220143"/>
                    <a:pt x="52807" y="212921"/>
                  </a:cubicBezTo>
                  <a:lnTo>
                    <a:pt x="-121" y="159992"/>
                  </a:lnTo>
                  <a:lnTo>
                    <a:pt x="52939" y="106933"/>
                  </a:lnTo>
                  <a:cubicBezTo>
                    <a:pt x="60146" y="99725"/>
                    <a:pt x="66900" y="100077"/>
                    <a:pt x="71163" y="104325"/>
                  </a:cubicBezTo>
                  <a:cubicBezTo>
                    <a:pt x="83937" y="117114"/>
                    <a:pt x="69258" y="123267"/>
                    <a:pt x="84655" y="138649"/>
                  </a:cubicBezTo>
                  <a:cubicBezTo>
                    <a:pt x="100051" y="154030"/>
                    <a:pt x="123388" y="137315"/>
                    <a:pt x="130522" y="130167"/>
                  </a:cubicBezTo>
                  <a:cubicBezTo>
                    <a:pt x="137656" y="123018"/>
                    <a:pt x="154386" y="99681"/>
                    <a:pt x="139004" y="84299"/>
                  </a:cubicBezTo>
                  <a:cubicBezTo>
                    <a:pt x="123622" y="68917"/>
                    <a:pt x="117470" y="83581"/>
                    <a:pt x="104681" y="70808"/>
                  </a:cubicBezTo>
                  <a:cubicBezTo>
                    <a:pt x="100432" y="66544"/>
                    <a:pt x="100081" y="59791"/>
                    <a:pt x="107288" y="52584"/>
                  </a:cubicBezTo>
                  <a:lnTo>
                    <a:pt x="160348" y="-477"/>
                  </a:lnTo>
                  <a:lnTo>
                    <a:pt x="213276" y="52451"/>
                  </a:lnTo>
                  <a:cubicBezTo>
                    <a:pt x="220499" y="59674"/>
                    <a:pt x="227252" y="59307"/>
                    <a:pt x="231500" y="55059"/>
                  </a:cubicBezTo>
                  <a:cubicBezTo>
                    <a:pt x="244289" y="42285"/>
                    <a:pt x="229610" y="36132"/>
                    <a:pt x="244993" y="20736"/>
                  </a:cubicBezTo>
                  <a:cubicBezTo>
                    <a:pt x="260374" y="5340"/>
                    <a:pt x="283725" y="22083"/>
                    <a:pt x="290874" y="29217"/>
                  </a:cubicBezTo>
                  <a:cubicBezTo>
                    <a:pt x="298023" y="36352"/>
                    <a:pt x="314738" y="59718"/>
                    <a:pt x="299357" y="75099"/>
                  </a:cubicBezTo>
                  <a:cubicBezTo>
                    <a:pt x="283975" y="90481"/>
                    <a:pt x="277807" y="75803"/>
                    <a:pt x="265033" y="88592"/>
                  </a:cubicBezTo>
                  <a:cubicBezTo>
                    <a:pt x="260785" y="92840"/>
                    <a:pt x="260418" y="99593"/>
                    <a:pt x="267640" y="106815"/>
                  </a:cubicBezTo>
                  <a:lnTo>
                    <a:pt x="320569" y="159744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66"/>
            <p:cNvSpPr/>
            <p:nvPr/>
          </p:nvSpPr>
          <p:spPr>
            <a:xfrm>
              <a:off x="11018731" y="3512873"/>
              <a:ext cx="320675" cy="320675"/>
            </a:xfrm>
            <a:custGeom>
              <a:rect b="b" l="l" r="r" t="t"/>
              <a:pathLst>
                <a:path extrusionOk="0" h="320675" w="320675">
                  <a:moveTo>
                    <a:pt x="107318" y="267154"/>
                  </a:moveTo>
                  <a:cubicBezTo>
                    <a:pt x="100096" y="259931"/>
                    <a:pt x="100462" y="253177"/>
                    <a:pt x="104710" y="248929"/>
                  </a:cubicBezTo>
                  <a:cubicBezTo>
                    <a:pt x="117485" y="236141"/>
                    <a:pt x="123652" y="250819"/>
                    <a:pt x="139034" y="235437"/>
                  </a:cubicBezTo>
                  <a:cubicBezTo>
                    <a:pt x="154416" y="220055"/>
                    <a:pt x="137686" y="196704"/>
                    <a:pt x="130552" y="189555"/>
                  </a:cubicBezTo>
                  <a:cubicBezTo>
                    <a:pt x="123417" y="182406"/>
                    <a:pt x="100052" y="165692"/>
                    <a:pt x="84670" y="181073"/>
                  </a:cubicBezTo>
                  <a:cubicBezTo>
                    <a:pt x="69288" y="196455"/>
                    <a:pt x="83967" y="202623"/>
                    <a:pt x="71178" y="215397"/>
                  </a:cubicBezTo>
                  <a:cubicBezTo>
                    <a:pt x="66930" y="219645"/>
                    <a:pt x="60177" y="220012"/>
                    <a:pt x="52954" y="212790"/>
                  </a:cubicBezTo>
                  <a:lnTo>
                    <a:pt x="-121" y="159744"/>
                  </a:lnTo>
                  <a:lnTo>
                    <a:pt x="52807" y="106816"/>
                  </a:lnTo>
                  <a:cubicBezTo>
                    <a:pt x="60030" y="99593"/>
                    <a:pt x="59663" y="92840"/>
                    <a:pt x="55415" y="88578"/>
                  </a:cubicBezTo>
                  <a:cubicBezTo>
                    <a:pt x="42627" y="75803"/>
                    <a:pt x="36473" y="90482"/>
                    <a:pt x="21092" y="75099"/>
                  </a:cubicBezTo>
                  <a:cubicBezTo>
                    <a:pt x="5710" y="59718"/>
                    <a:pt x="22425" y="36352"/>
                    <a:pt x="29573" y="29218"/>
                  </a:cubicBezTo>
                  <a:cubicBezTo>
                    <a:pt x="36723" y="22084"/>
                    <a:pt x="60059" y="5354"/>
                    <a:pt x="75455" y="20736"/>
                  </a:cubicBezTo>
                  <a:cubicBezTo>
                    <a:pt x="90852" y="36117"/>
                    <a:pt x="76158" y="42271"/>
                    <a:pt x="88933" y="55059"/>
                  </a:cubicBezTo>
                  <a:cubicBezTo>
                    <a:pt x="93196" y="59307"/>
                    <a:pt x="99949" y="59674"/>
                    <a:pt x="107171" y="52452"/>
                  </a:cubicBezTo>
                  <a:lnTo>
                    <a:pt x="160100" y="-477"/>
                  </a:lnTo>
                  <a:lnTo>
                    <a:pt x="213145" y="52569"/>
                  </a:lnTo>
                  <a:cubicBezTo>
                    <a:pt x="220368" y="59791"/>
                    <a:pt x="220001" y="66544"/>
                    <a:pt x="215753" y="70792"/>
                  </a:cubicBezTo>
                  <a:cubicBezTo>
                    <a:pt x="202979" y="83582"/>
                    <a:pt x="196825" y="68903"/>
                    <a:pt x="181429" y="84285"/>
                  </a:cubicBezTo>
                  <a:cubicBezTo>
                    <a:pt x="166032" y="99666"/>
                    <a:pt x="182777" y="123018"/>
                    <a:pt x="189911" y="130167"/>
                  </a:cubicBezTo>
                  <a:cubicBezTo>
                    <a:pt x="197045" y="137315"/>
                    <a:pt x="220411" y="154030"/>
                    <a:pt x="235793" y="138649"/>
                  </a:cubicBezTo>
                  <a:cubicBezTo>
                    <a:pt x="251175" y="123267"/>
                    <a:pt x="236496" y="117099"/>
                    <a:pt x="249285" y="104325"/>
                  </a:cubicBezTo>
                  <a:cubicBezTo>
                    <a:pt x="253533" y="100077"/>
                    <a:pt x="260287" y="99710"/>
                    <a:pt x="267509" y="106933"/>
                  </a:cubicBezTo>
                  <a:lnTo>
                    <a:pt x="320555" y="159978"/>
                  </a:lnTo>
                  <a:lnTo>
                    <a:pt x="267626" y="212921"/>
                  </a:lnTo>
                  <a:cubicBezTo>
                    <a:pt x="260418" y="220129"/>
                    <a:pt x="260770" y="226882"/>
                    <a:pt x="265018" y="231145"/>
                  </a:cubicBezTo>
                  <a:cubicBezTo>
                    <a:pt x="277807" y="243920"/>
                    <a:pt x="283961" y="229241"/>
                    <a:pt x="299342" y="244637"/>
                  </a:cubicBezTo>
                  <a:cubicBezTo>
                    <a:pt x="314724" y="260034"/>
                    <a:pt x="298009" y="283370"/>
                    <a:pt x="290860" y="290505"/>
                  </a:cubicBezTo>
                  <a:cubicBezTo>
                    <a:pt x="283711" y="297639"/>
                    <a:pt x="260374" y="314368"/>
                    <a:pt x="244993" y="298986"/>
                  </a:cubicBezTo>
                  <a:cubicBezTo>
                    <a:pt x="229611" y="283605"/>
                    <a:pt x="244275" y="277451"/>
                    <a:pt x="231500" y="264662"/>
                  </a:cubicBezTo>
                  <a:cubicBezTo>
                    <a:pt x="227238" y="260414"/>
                    <a:pt x="220485" y="260063"/>
                    <a:pt x="213277" y="267271"/>
                  </a:cubicBezTo>
                  <a:lnTo>
                    <a:pt x="160334" y="320198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66"/>
          <p:cNvGrpSpPr/>
          <p:nvPr/>
        </p:nvGrpSpPr>
        <p:grpSpPr>
          <a:xfrm>
            <a:off x="14500088" y="5079036"/>
            <a:ext cx="620328" cy="620328"/>
            <a:chOff x="9666725" y="3386024"/>
            <a:chExt cx="413552" cy="413552"/>
          </a:xfrm>
        </p:grpSpPr>
        <p:sp>
          <p:nvSpPr>
            <p:cNvPr id="903" name="Google Shape;903;p66"/>
            <p:cNvSpPr/>
            <p:nvPr/>
          </p:nvSpPr>
          <p:spPr>
            <a:xfrm>
              <a:off x="9666725" y="3386024"/>
              <a:ext cx="413552" cy="413552"/>
            </a:xfrm>
            <a:custGeom>
              <a:rect b="b" l="l" r="r" t="t"/>
              <a:pathLst>
                <a:path extrusionOk="0" h="413552" w="413552">
                  <a:moveTo>
                    <a:pt x="413552" y="206776"/>
                  </a:moveTo>
                  <a:cubicBezTo>
                    <a:pt x="413552" y="320975"/>
                    <a:pt x="320975" y="413552"/>
                    <a:pt x="206776" y="413552"/>
                  </a:cubicBezTo>
                  <a:cubicBezTo>
                    <a:pt x="92577" y="413552"/>
                    <a:pt x="0" y="320975"/>
                    <a:pt x="0" y="206776"/>
                  </a:cubicBezTo>
                  <a:cubicBezTo>
                    <a:pt x="0" y="92577"/>
                    <a:pt x="92577" y="0"/>
                    <a:pt x="206776" y="0"/>
                  </a:cubicBezTo>
                  <a:cubicBezTo>
                    <a:pt x="320975" y="0"/>
                    <a:pt x="413552" y="92577"/>
                    <a:pt x="413552" y="206776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66"/>
            <p:cNvSpPr/>
            <p:nvPr/>
          </p:nvSpPr>
          <p:spPr>
            <a:xfrm>
              <a:off x="9775731" y="3495030"/>
              <a:ext cx="195539" cy="195539"/>
            </a:xfrm>
            <a:custGeom>
              <a:rect b="b" l="l" r="r" t="t"/>
              <a:pathLst>
                <a:path extrusionOk="0" h="195539" w="195539">
                  <a:moveTo>
                    <a:pt x="195540" y="97770"/>
                  </a:moveTo>
                  <a:cubicBezTo>
                    <a:pt x="195540" y="151767"/>
                    <a:pt x="151767" y="195540"/>
                    <a:pt x="97770" y="195540"/>
                  </a:cubicBezTo>
                  <a:cubicBezTo>
                    <a:pt x="43773" y="195540"/>
                    <a:pt x="-1" y="151767"/>
                    <a:pt x="-1" y="97770"/>
                  </a:cubicBezTo>
                  <a:cubicBezTo>
                    <a:pt x="-1" y="43773"/>
                    <a:pt x="43772" y="0"/>
                    <a:pt x="97770" y="0"/>
                  </a:cubicBezTo>
                  <a:cubicBezTo>
                    <a:pt x="151766" y="0"/>
                    <a:pt x="195540" y="43773"/>
                    <a:pt x="195540" y="9777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5" name="Google Shape;905;p66"/>
          <p:cNvGrpSpPr/>
          <p:nvPr/>
        </p:nvGrpSpPr>
        <p:grpSpPr>
          <a:xfrm>
            <a:off x="12373635" y="5063897"/>
            <a:ext cx="650629" cy="650628"/>
            <a:chOff x="8249090" y="3375931"/>
            <a:chExt cx="433753" cy="433752"/>
          </a:xfrm>
        </p:grpSpPr>
        <p:sp>
          <p:nvSpPr>
            <p:cNvPr id="906" name="Google Shape;906;p66"/>
            <p:cNvSpPr/>
            <p:nvPr/>
          </p:nvSpPr>
          <p:spPr>
            <a:xfrm>
              <a:off x="8249090" y="3375931"/>
              <a:ext cx="433753" cy="433752"/>
            </a:xfrm>
            <a:custGeom>
              <a:rect b="b" l="l" r="r" t="t"/>
              <a:pathLst>
                <a:path extrusionOk="0" h="433752" w="433753">
                  <a:moveTo>
                    <a:pt x="-121" y="167448"/>
                  </a:moveTo>
                  <a:cubicBezTo>
                    <a:pt x="26907" y="170452"/>
                    <a:pt x="46406" y="194799"/>
                    <a:pt x="43403" y="221828"/>
                  </a:cubicBezTo>
                  <a:cubicBezTo>
                    <a:pt x="40854" y="244724"/>
                    <a:pt x="22777" y="262816"/>
                    <a:pt x="-121" y="265351"/>
                  </a:cubicBezTo>
                  <a:lnTo>
                    <a:pt x="28739" y="335184"/>
                  </a:lnTo>
                  <a:cubicBezTo>
                    <a:pt x="49951" y="318147"/>
                    <a:pt x="80949" y="321546"/>
                    <a:pt x="97972" y="342758"/>
                  </a:cubicBezTo>
                  <a:cubicBezTo>
                    <a:pt x="112445" y="360762"/>
                    <a:pt x="112445" y="386413"/>
                    <a:pt x="97972" y="404432"/>
                  </a:cubicBezTo>
                  <a:lnTo>
                    <a:pt x="167805" y="433276"/>
                  </a:lnTo>
                  <a:cubicBezTo>
                    <a:pt x="170808" y="406248"/>
                    <a:pt x="195156" y="386750"/>
                    <a:pt x="222184" y="389754"/>
                  </a:cubicBezTo>
                  <a:cubicBezTo>
                    <a:pt x="245081" y="392302"/>
                    <a:pt x="263173" y="410379"/>
                    <a:pt x="265707" y="433276"/>
                  </a:cubicBezTo>
                  <a:lnTo>
                    <a:pt x="335541" y="404432"/>
                  </a:lnTo>
                  <a:cubicBezTo>
                    <a:pt x="318503" y="383219"/>
                    <a:pt x="321888" y="352222"/>
                    <a:pt x="343100" y="335184"/>
                  </a:cubicBezTo>
                  <a:cubicBezTo>
                    <a:pt x="361104" y="320725"/>
                    <a:pt x="386755" y="320711"/>
                    <a:pt x="404774" y="335184"/>
                  </a:cubicBezTo>
                  <a:lnTo>
                    <a:pt x="433633" y="265351"/>
                  </a:lnTo>
                  <a:cubicBezTo>
                    <a:pt x="406605" y="262348"/>
                    <a:pt x="387107" y="238000"/>
                    <a:pt x="390110" y="210972"/>
                  </a:cubicBezTo>
                  <a:cubicBezTo>
                    <a:pt x="392659" y="188075"/>
                    <a:pt x="410736" y="169983"/>
                    <a:pt x="433633" y="167448"/>
                  </a:cubicBezTo>
                  <a:lnTo>
                    <a:pt x="404774" y="97615"/>
                  </a:lnTo>
                  <a:cubicBezTo>
                    <a:pt x="383605" y="114682"/>
                    <a:pt x="352607" y="111356"/>
                    <a:pt x="335541" y="90188"/>
                  </a:cubicBezTo>
                  <a:cubicBezTo>
                    <a:pt x="321009" y="72140"/>
                    <a:pt x="321009" y="46416"/>
                    <a:pt x="335541" y="28382"/>
                  </a:cubicBezTo>
                  <a:lnTo>
                    <a:pt x="265707" y="-477"/>
                  </a:lnTo>
                  <a:cubicBezTo>
                    <a:pt x="262704" y="26551"/>
                    <a:pt x="238357" y="46049"/>
                    <a:pt x="211329" y="43046"/>
                  </a:cubicBezTo>
                  <a:cubicBezTo>
                    <a:pt x="188432" y="40498"/>
                    <a:pt x="170340" y="22420"/>
                    <a:pt x="167805" y="-477"/>
                  </a:cubicBezTo>
                  <a:lnTo>
                    <a:pt x="97972" y="28382"/>
                  </a:lnTo>
                  <a:cubicBezTo>
                    <a:pt x="115038" y="49551"/>
                    <a:pt x="111713" y="80549"/>
                    <a:pt x="90530" y="97615"/>
                  </a:cubicBezTo>
                  <a:cubicBezTo>
                    <a:pt x="72496" y="112148"/>
                    <a:pt x="46772" y="112148"/>
                    <a:pt x="28739" y="97615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66"/>
            <p:cNvSpPr/>
            <p:nvPr/>
          </p:nvSpPr>
          <p:spPr>
            <a:xfrm>
              <a:off x="8358140" y="3484629"/>
              <a:ext cx="215668" cy="215668"/>
            </a:xfrm>
            <a:custGeom>
              <a:rect b="b" l="l" r="r" t="t"/>
              <a:pathLst>
                <a:path extrusionOk="0" h="215668" w="215668">
                  <a:moveTo>
                    <a:pt x="215668" y="107834"/>
                  </a:moveTo>
                  <a:cubicBezTo>
                    <a:pt x="215668" y="167389"/>
                    <a:pt x="167389" y="215668"/>
                    <a:pt x="107834" y="215668"/>
                  </a:cubicBezTo>
                  <a:cubicBezTo>
                    <a:pt x="48279" y="215668"/>
                    <a:pt x="0" y="167389"/>
                    <a:pt x="0" y="107834"/>
                  </a:cubicBezTo>
                  <a:cubicBezTo>
                    <a:pt x="0" y="48279"/>
                    <a:pt x="48279" y="0"/>
                    <a:pt x="107834" y="0"/>
                  </a:cubicBezTo>
                  <a:cubicBezTo>
                    <a:pt x="167389" y="0"/>
                    <a:pt x="215668" y="48279"/>
                    <a:pt x="215668" y="107834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8" name="Google Shape;908;p66"/>
          <p:cNvGrpSpPr/>
          <p:nvPr/>
        </p:nvGrpSpPr>
        <p:grpSpPr>
          <a:xfrm>
            <a:off x="10434423" y="5033505"/>
            <a:ext cx="710947" cy="711411"/>
            <a:chOff x="6956282" y="3355670"/>
            <a:chExt cx="473965" cy="474274"/>
          </a:xfrm>
        </p:grpSpPr>
        <p:sp>
          <p:nvSpPr>
            <p:cNvPr id="909" name="Google Shape;909;p66"/>
            <p:cNvSpPr/>
            <p:nvPr/>
          </p:nvSpPr>
          <p:spPr>
            <a:xfrm>
              <a:off x="6956282" y="3411353"/>
              <a:ext cx="418591" cy="418591"/>
            </a:xfrm>
            <a:custGeom>
              <a:rect b="b" l="l" r="r" t="t"/>
              <a:pathLst>
                <a:path extrusionOk="0" h="418591" w="418591">
                  <a:moveTo>
                    <a:pt x="418591" y="209296"/>
                  </a:moveTo>
                  <a:cubicBezTo>
                    <a:pt x="418591" y="324886"/>
                    <a:pt x="324886" y="418591"/>
                    <a:pt x="209296" y="418591"/>
                  </a:cubicBezTo>
                  <a:cubicBezTo>
                    <a:pt x="93705" y="418591"/>
                    <a:pt x="0" y="324886"/>
                    <a:pt x="0" y="209296"/>
                  </a:cubicBezTo>
                  <a:cubicBezTo>
                    <a:pt x="0" y="93705"/>
                    <a:pt x="93705" y="0"/>
                    <a:pt x="209296" y="0"/>
                  </a:cubicBezTo>
                  <a:cubicBezTo>
                    <a:pt x="324887" y="0"/>
                    <a:pt x="418591" y="93705"/>
                    <a:pt x="418591" y="209296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66"/>
            <p:cNvSpPr/>
            <p:nvPr/>
          </p:nvSpPr>
          <p:spPr>
            <a:xfrm>
              <a:off x="7024826" y="3479927"/>
              <a:ext cx="281444" cy="281443"/>
            </a:xfrm>
            <a:custGeom>
              <a:rect b="b" l="l" r="r" t="t"/>
              <a:pathLst>
                <a:path extrusionOk="0" h="281443" w="281444">
                  <a:moveTo>
                    <a:pt x="140616" y="280967"/>
                  </a:moveTo>
                  <a:cubicBezTo>
                    <a:pt x="62901" y="280981"/>
                    <a:pt x="-106" y="217975"/>
                    <a:pt x="-121" y="140260"/>
                  </a:cubicBezTo>
                  <a:cubicBezTo>
                    <a:pt x="-135" y="62545"/>
                    <a:pt x="62871" y="-462"/>
                    <a:pt x="140586" y="-477"/>
                  </a:cubicBezTo>
                  <a:cubicBezTo>
                    <a:pt x="218302" y="-492"/>
                    <a:pt x="281309" y="62515"/>
                    <a:pt x="281323" y="140230"/>
                  </a:cubicBezTo>
                  <a:cubicBezTo>
                    <a:pt x="281323" y="140230"/>
                    <a:pt x="281323" y="140245"/>
                    <a:pt x="281323" y="140245"/>
                  </a:cubicBezTo>
                  <a:cubicBezTo>
                    <a:pt x="281235" y="217916"/>
                    <a:pt x="218287" y="280864"/>
                    <a:pt x="140616" y="280967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66"/>
            <p:cNvSpPr/>
            <p:nvPr/>
          </p:nvSpPr>
          <p:spPr>
            <a:xfrm>
              <a:off x="7093429" y="3548515"/>
              <a:ext cx="144267" cy="144266"/>
            </a:xfrm>
            <a:custGeom>
              <a:rect b="b" l="l" r="r" t="t"/>
              <a:pathLst>
                <a:path extrusionOk="0" h="144266" w="144267">
                  <a:moveTo>
                    <a:pt x="72013" y="143790"/>
                  </a:moveTo>
                  <a:cubicBezTo>
                    <a:pt x="32181" y="143790"/>
                    <a:pt x="-121" y="111488"/>
                    <a:pt x="-121" y="71656"/>
                  </a:cubicBezTo>
                  <a:cubicBezTo>
                    <a:pt x="-121" y="31825"/>
                    <a:pt x="32181" y="-477"/>
                    <a:pt x="72013" y="-477"/>
                  </a:cubicBezTo>
                  <a:cubicBezTo>
                    <a:pt x="111845" y="-477"/>
                    <a:pt x="144147" y="31810"/>
                    <a:pt x="144147" y="71656"/>
                  </a:cubicBezTo>
                  <a:cubicBezTo>
                    <a:pt x="144103" y="111473"/>
                    <a:pt x="111830" y="143746"/>
                    <a:pt x="72013" y="14379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66"/>
            <p:cNvSpPr/>
            <p:nvPr/>
          </p:nvSpPr>
          <p:spPr>
            <a:xfrm>
              <a:off x="7165578" y="3416451"/>
              <a:ext cx="204197" cy="204197"/>
            </a:xfrm>
            <a:custGeom>
              <a:rect b="b" l="l" r="r" t="t"/>
              <a:pathLst>
                <a:path extrusionOk="0" h="204197" w="204197">
                  <a:moveTo>
                    <a:pt x="0" y="204198"/>
                  </a:moveTo>
                  <a:lnTo>
                    <a:pt x="204198" y="0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66"/>
            <p:cNvSpPr/>
            <p:nvPr/>
          </p:nvSpPr>
          <p:spPr>
            <a:xfrm>
              <a:off x="7345472" y="3355670"/>
              <a:ext cx="84775" cy="84776"/>
            </a:xfrm>
            <a:custGeom>
              <a:rect b="b" l="l" r="r" t="t"/>
              <a:pathLst>
                <a:path extrusionOk="0" h="84776" w="84775">
                  <a:moveTo>
                    <a:pt x="41765" y="0"/>
                  </a:moveTo>
                  <a:lnTo>
                    <a:pt x="41765" y="43011"/>
                  </a:lnTo>
                  <a:lnTo>
                    <a:pt x="84776" y="43011"/>
                  </a:lnTo>
                  <a:lnTo>
                    <a:pt x="43011" y="84776"/>
                  </a:lnTo>
                  <a:lnTo>
                    <a:pt x="0" y="84776"/>
                  </a:lnTo>
                  <a:lnTo>
                    <a:pt x="0" y="41765"/>
                  </a:lnTo>
                  <a:lnTo>
                    <a:pt x="41765" y="0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4" name="Google Shape;914;p66"/>
          <p:cNvSpPr/>
          <p:nvPr/>
        </p:nvSpPr>
        <p:spPr>
          <a:xfrm>
            <a:off x="8301503" y="5217656"/>
            <a:ext cx="827396" cy="343131"/>
          </a:xfrm>
          <a:custGeom>
            <a:rect b="b" l="l" r="r" t="t"/>
            <a:pathLst>
              <a:path extrusionOk="0" h="228754" w="551597">
                <a:moveTo>
                  <a:pt x="522178" y="84602"/>
                </a:moveTo>
                <a:lnTo>
                  <a:pt x="224796" y="84602"/>
                </a:lnTo>
                <a:cubicBezTo>
                  <a:pt x="208608" y="23558"/>
                  <a:pt x="146011" y="-12816"/>
                  <a:pt x="84967" y="3371"/>
                </a:cubicBezTo>
                <a:cubicBezTo>
                  <a:pt x="23909" y="19544"/>
                  <a:pt x="-12451" y="82156"/>
                  <a:pt x="3722" y="143200"/>
                </a:cubicBezTo>
                <a:cubicBezTo>
                  <a:pt x="19909" y="204244"/>
                  <a:pt x="82506" y="240618"/>
                  <a:pt x="143565" y="224430"/>
                </a:cubicBezTo>
                <a:cubicBezTo>
                  <a:pt x="183264" y="213912"/>
                  <a:pt x="214277" y="182899"/>
                  <a:pt x="224796" y="143200"/>
                </a:cubicBezTo>
                <a:lnTo>
                  <a:pt x="368799" y="143200"/>
                </a:lnTo>
                <a:lnTo>
                  <a:pt x="368799" y="193842"/>
                </a:lnTo>
                <a:lnTo>
                  <a:pt x="427397" y="193842"/>
                </a:lnTo>
                <a:lnTo>
                  <a:pt x="427397" y="143200"/>
                </a:lnTo>
                <a:lnTo>
                  <a:pt x="492879" y="143200"/>
                </a:lnTo>
                <a:lnTo>
                  <a:pt x="492879" y="194296"/>
                </a:lnTo>
                <a:lnTo>
                  <a:pt x="551477" y="194296"/>
                </a:lnTo>
                <a:lnTo>
                  <a:pt x="551477" y="113901"/>
                </a:lnTo>
                <a:cubicBezTo>
                  <a:pt x="551477" y="97713"/>
                  <a:pt x="538366" y="84602"/>
                  <a:pt x="522178" y="84602"/>
                </a:cubicBezTo>
                <a:close/>
                <a:moveTo>
                  <a:pt x="114383" y="169656"/>
                </a:moveTo>
                <a:cubicBezTo>
                  <a:pt x="83576" y="169671"/>
                  <a:pt x="58613" y="144708"/>
                  <a:pt x="58599" y="113901"/>
                </a:cubicBezTo>
                <a:cubicBezTo>
                  <a:pt x="58584" y="83093"/>
                  <a:pt x="83546" y="58131"/>
                  <a:pt x="114354" y="58116"/>
                </a:cubicBezTo>
                <a:cubicBezTo>
                  <a:pt x="145162" y="58101"/>
                  <a:pt x="170124" y="83063"/>
                  <a:pt x="170139" y="113872"/>
                </a:cubicBezTo>
                <a:cubicBezTo>
                  <a:pt x="170139" y="113886"/>
                  <a:pt x="170139" y="113886"/>
                  <a:pt x="170139" y="113901"/>
                </a:cubicBezTo>
                <a:cubicBezTo>
                  <a:pt x="170110" y="144680"/>
                  <a:pt x="145162" y="169627"/>
                  <a:pt x="114383" y="169656"/>
                </a:cubicBezTo>
                <a:close/>
              </a:path>
            </a:pathLst>
          </a:custGeom>
          <a:noFill/>
          <a:ln cap="sq" cmpd="sng" w="1640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5" name="Google Shape;915;p66"/>
          <p:cNvGrpSpPr/>
          <p:nvPr/>
        </p:nvGrpSpPr>
        <p:grpSpPr>
          <a:xfrm>
            <a:off x="6549670" y="5084096"/>
            <a:ext cx="466662" cy="610126"/>
            <a:chOff x="4366447" y="3389397"/>
            <a:chExt cx="311108" cy="406751"/>
          </a:xfrm>
        </p:grpSpPr>
        <p:grpSp>
          <p:nvGrpSpPr>
            <p:cNvPr id="916" name="Google Shape;916;p66"/>
            <p:cNvGrpSpPr/>
            <p:nvPr/>
          </p:nvGrpSpPr>
          <p:grpSpPr>
            <a:xfrm>
              <a:off x="4366447" y="3447008"/>
              <a:ext cx="311108" cy="349140"/>
              <a:chOff x="4366447" y="3447008"/>
              <a:chExt cx="311108" cy="349140"/>
            </a:xfrm>
          </p:grpSpPr>
          <p:sp>
            <p:nvSpPr>
              <p:cNvPr id="917" name="Google Shape;917;p66"/>
              <p:cNvSpPr/>
              <p:nvPr/>
            </p:nvSpPr>
            <p:spPr>
              <a:xfrm>
                <a:off x="4366447" y="3447008"/>
                <a:ext cx="311108" cy="349140"/>
              </a:xfrm>
              <a:custGeom>
                <a:rect b="b" l="l" r="r" t="t"/>
                <a:pathLst>
                  <a:path extrusionOk="0" h="349140" w="311108">
                    <a:moveTo>
                      <a:pt x="215357" y="124836"/>
                    </a:moveTo>
                    <a:cubicBezTo>
                      <a:pt x="273266" y="149037"/>
                      <a:pt x="310974" y="205642"/>
                      <a:pt x="310988" y="268400"/>
                    </a:cubicBezTo>
                    <a:lnTo>
                      <a:pt x="310988" y="319365"/>
                    </a:lnTo>
                    <a:cubicBezTo>
                      <a:pt x="310988" y="335552"/>
                      <a:pt x="297877" y="348664"/>
                      <a:pt x="281689" y="348664"/>
                    </a:cubicBezTo>
                    <a:lnTo>
                      <a:pt x="29178" y="348664"/>
                    </a:lnTo>
                    <a:cubicBezTo>
                      <a:pt x="12991" y="348664"/>
                      <a:pt x="-121" y="335552"/>
                      <a:pt x="-121" y="319365"/>
                    </a:cubicBezTo>
                    <a:lnTo>
                      <a:pt x="-121" y="268400"/>
                    </a:lnTo>
                    <a:cubicBezTo>
                      <a:pt x="-135" y="205861"/>
                      <a:pt x="37294" y="149402"/>
                      <a:pt x="94895" y="125055"/>
                    </a:cubicBezTo>
                    <a:lnTo>
                      <a:pt x="95525" y="124807"/>
                    </a:lnTo>
                    <a:cubicBezTo>
                      <a:pt x="68849" y="91713"/>
                      <a:pt x="74035" y="43253"/>
                      <a:pt x="107127" y="16577"/>
                    </a:cubicBezTo>
                    <a:cubicBezTo>
                      <a:pt x="140220" y="-10100"/>
                      <a:pt x="188666" y="-4914"/>
                      <a:pt x="215357" y="28179"/>
                    </a:cubicBezTo>
                    <a:cubicBezTo>
                      <a:pt x="242034" y="61272"/>
                      <a:pt x="236848" y="109732"/>
                      <a:pt x="203755" y="136409"/>
                    </a:cubicBezTo>
                    <a:cubicBezTo>
                      <a:pt x="190072" y="147440"/>
                      <a:pt x="173020" y="153461"/>
                      <a:pt x="155441" y="153461"/>
                    </a:cubicBez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66"/>
              <p:cNvSpPr/>
              <p:nvPr/>
            </p:nvSpPr>
            <p:spPr>
              <a:xfrm>
                <a:off x="4521979" y="3572320"/>
                <a:ext cx="59930" cy="28668"/>
              </a:xfrm>
              <a:custGeom>
                <a:rect b="b" l="l" r="r" t="t"/>
                <a:pathLst>
                  <a:path extrusionOk="0" h="28668" w="59930">
                    <a:moveTo>
                      <a:pt x="59810" y="-477"/>
                    </a:moveTo>
                    <a:cubicBezTo>
                      <a:pt x="45219" y="17673"/>
                      <a:pt x="23172" y="28221"/>
                      <a:pt x="-121" y="28192"/>
                    </a:cubicBezTo>
                  </a:path>
                </a:pathLst>
              </a:custGeom>
              <a:noFill/>
              <a:ln cap="flat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66"/>
            <p:cNvSpPr/>
            <p:nvPr/>
          </p:nvSpPr>
          <p:spPr>
            <a:xfrm>
              <a:off x="4374226" y="3501388"/>
              <a:ext cx="37399" cy="37399"/>
            </a:xfrm>
            <a:custGeom>
              <a:rect b="b" l="l" r="r" t="t"/>
              <a:pathLst>
                <a:path extrusionOk="0" h="37399" w="37399">
                  <a:moveTo>
                    <a:pt x="0" y="0"/>
                  </a:moveTo>
                  <a:lnTo>
                    <a:pt x="37400" y="0"/>
                  </a:lnTo>
                  <a:lnTo>
                    <a:pt x="37400" y="37400"/>
                  </a:lnTo>
                  <a:lnTo>
                    <a:pt x="0" y="37400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66"/>
            <p:cNvSpPr/>
            <p:nvPr/>
          </p:nvSpPr>
          <p:spPr>
            <a:xfrm>
              <a:off x="4632348" y="3501388"/>
              <a:ext cx="37399" cy="37399"/>
            </a:xfrm>
            <a:custGeom>
              <a:rect b="b" l="l" r="r" t="t"/>
              <a:pathLst>
                <a:path extrusionOk="0" h="37399" w="37399">
                  <a:moveTo>
                    <a:pt x="0" y="0"/>
                  </a:moveTo>
                  <a:lnTo>
                    <a:pt x="37400" y="0"/>
                  </a:lnTo>
                  <a:lnTo>
                    <a:pt x="37400" y="37400"/>
                  </a:lnTo>
                  <a:lnTo>
                    <a:pt x="0" y="37400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66"/>
            <p:cNvSpPr/>
            <p:nvPr/>
          </p:nvSpPr>
          <p:spPr>
            <a:xfrm>
              <a:off x="4394032" y="3389397"/>
              <a:ext cx="255924" cy="112151"/>
            </a:xfrm>
            <a:custGeom>
              <a:rect b="b" l="l" r="r" t="t"/>
              <a:pathLst>
                <a:path extrusionOk="0" h="112151" w="255924">
                  <a:moveTo>
                    <a:pt x="-121" y="111514"/>
                  </a:moveTo>
                  <a:cubicBezTo>
                    <a:pt x="9328" y="40846"/>
                    <a:pt x="74269" y="-8772"/>
                    <a:pt x="144937" y="677"/>
                  </a:cubicBezTo>
                  <a:cubicBezTo>
                    <a:pt x="202715" y="8397"/>
                    <a:pt x="248157" y="53884"/>
                    <a:pt x="255804" y="111675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66"/>
          <p:cNvGrpSpPr/>
          <p:nvPr/>
        </p:nvGrpSpPr>
        <p:grpSpPr>
          <a:xfrm>
            <a:off x="4516717" y="5217626"/>
            <a:ext cx="568095" cy="365144"/>
            <a:chOff x="3011145" y="3478417"/>
            <a:chExt cx="378730" cy="243429"/>
          </a:xfrm>
        </p:grpSpPr>
        <p:sp>
          <p:nvSpPr>
            <p:cNvPr id="923" name="Google Shape;923;p66"/>
            <p:cNvSpPr/>
            <p:nvPr/>
          </p:nvSpPr>
          <p:spPr>
            <a:xfrm>
              <a:off x="3011145" y="3478417"/>
              <a:ext cx="378730" cy="14649"/>
            </a:xfrm>
            <a:custGeom>
              <a:rect b="b" l="l" r="r" t="t"/>
              <a:pathLst>
                <a:path extrusionOk="0" h="14649" w="378730">
                  <a:moveTo>
                    <a:pt x="0" y="0"/>
                  </a:moveTo>
                  <a:lnTo>
                    <a:pt x="378730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66"/>
            <p:cNvSpPr/>
            <p:nvPr/>
          </p:nvSpPr>
          <p:spPr>
            <a:xfrm>
              <a:off x="3011145" y="3592800"/>
              <a:ext cx="378730" cy="14649"/>
            </a:xfrm>
            <a:custGeom>
              <a:rect b="b" l="l" r="r" t="t"/>
              <a:pathLst>
                <a:path extrusionOk="0" h="14649" w="378730">
                  <a:moveTo>
                    <a:pt x="0" y="0"/>
                  </a:moveTo>
                  <a:lnTo>
                    <a:pt x="378730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66"/>
            <p:cNvSpPr/>
            <p:nvPr/>
          </p:nvSpPr>
          <p:spPr>
            <a:xfrm>
              <a:off x="3011145" y="3707197"/>
              <a:ext cx="378730" cy="14649"/>
            </a:xfrm>
            <a:custGeom>
              <a:rect b="b" l="l" r="r" t="t"/>
              <a:pathLst>
                <a:path extrusionOk="0" h="14649" w="378730">
                  <a:moveTo>
                    <a:pt x="0" y="0"/>
                  </a:moveTo>
                  <a:lnTo>
                    <a:pt x="378730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66"/>
          <p:cNvGrpSpPr/>
          <p:nvPr/>
        </p:nvGrpSpPr>
        <p:grpSpPr>
          <a:xfrm>
            <a:off x="4435172" y="6815801"/>
            <a:ext cx="731362" cy="530739"/>
            <a:chOff x="2956781" y="4543867"/>
            <a:chExt cx="487575" cy="353826"/>
          </a:xfrm>
        </p:grpSpPr>
        <p:sp>
          <p:nvSpPr>
            <p:cNvPr id="927" name="Google Shape;927;p66"/>
            <p:cNvSpPr/>
            <p:nvPr/>
          </p:nvSpPr>
          <p:spPr>
            <a:xfrm>
              <a:off x="3088259" y="4620512"/>
              <a:ext cx="224487" cy="224487"/>
            </a:xfrm>
            <a:custGeom>
              <a:rect b="b" l="l" r="r" t="t"/>
              <a:pathLst>
                <a:path extrusionOk="0" h="224487" w="224487">
                  <a:moveTo>
                    <a:pt x="224487" y="112244"/>
                  </a:moveTo>
                  <a:cubicBezTo>
                    <a:pt x="224487" y="174234"/>
                    <a:pt x="174234" y="224487"/>
                    <a:pt x="112244" y="224487"/>
                  </a:cubicBezTo>
                  <a:cubicBezTo>
                    <a:pt x="50253" y="224487"/>
                    <a:pt x="0" y="174234"/>
                    <a:pt x="0" y="112243"/>
                  </a:cubicBezTo>
                  <a:cubicBezTo>
                    <a:pt x="0" y="50253"/>
                    <a:pt x="50253" y="0"/>
                    <a:pt x="112244" y="0"/>
                  </a:cubicBezTo>
                  <a:cubicBezTo>
                    <a:pt x="174234" y="0"/>
                    <a:pt x="224487" y="50253"/>
                    <a:pt x="224487" y="112244"/>
                  </a:cubicBezTo>
                  <a:close/>
                </a:path>
              </a:pathLst>
            </a:custGeom>
            <a:noFill/>
            <a:ln cap="flat" cmpd="sng" w="170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66"/>
            <p:cNvSpPr/>
            <p:nvPr/>
          </p:nvSpPr>
          <p:spPr>
            <a:xfrm>
              <a:off x="3355537" y="4646808"/>
              <a:ext cx="47698" cy="14649"/>
            </a:xfrm>
            <a:custGeom>
              <a:rect b="b" l="l" r="r" t="t"/>
              <a:pathLst>
                <a:path extrusionOk="0" h="14649" w="47698">
                  <a:moveTo>
                    <a:pt x="0" y="0"/>
                  </a:moveTo>
                  <a:lnTo>
                    <a:pt x="47698" y="0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66"/>
            <p:cNvSpPr/>
            <p:nvPr/>
          </p:nvSpPr>
          <p:spPr>
            <a:xfrm>
              <a:off x="2956781" y="4543867"/>
              <a:ext cx="487575" cy="353826"/>
            </a:xfrm>
            <a:custGeom>
              <a:rect b="b" l="l" r="r" t="t"/>
              <a:pathLst>
                <a:path extrusionOk="0" h="353826" w="487575">
                  <a:moveTo>
                    <a:pt x="364122" y="37978"/>
                  </a:moveTo>
                  <a:lnTo>
                    <a:pt x="349721" y="15506"/>
                  </a:lnTo>
                  <a:cubicBezTo>
                    <a:pt x="343349" y="5544"/>
                    <a:pt x="332333" y="-477"/>
                    <a:pt x="320510" y="-477"/>
                  </a:cubicBezTo>
                  <a:lnTo>
                    <a:pt x="161609" y="-477"/>
                  </a:lnTo>
                  <a:cubicBezTo>
                    <a:pt x="149787" y="-477"/>
                    <a:pt x="138770" y="5544"/>
                    <a:pt x="132398" y="15506"/>
                  </a:cubicBezTo>
                  <a:lnTo>
                    <a:pt x="117997" y="37978"/>
                  </a:lnTo>
                  <a:cubicBezTo>
                    <a:pt x="111610" y="47940"/>
                    <a:pt x="100594" y="53960"/>
                    <a:pt x="88772" y="53960"/>
                  </a:cubicBezTo>
                  <a:lnTo>
                    <a:pt x="34569" y="53960"/>
                  </a:lnTo>
                  <a:cubicBezTo>
                    <a:pt x="15408" y="53960"/>
                    <a:pt x="-121" y="69489"/>
                    <a:pt x="-121" y="88651"/>
                  </a:cubicBezTo>
                  <a:cubicBezTo>
                    <a:pt x="-121" y="88651"/>
                    <a:pt x="-121" y="88665"/>
                    <a:pt x="-121" y="88665"/>
                  </a:cubicBezTo>
                  <a:lnTo>
                    <a:pt x="-121" y="318661"/>
                  </a:lnTo>
                  <a:cubicBezTo>
                    <a:pt x="-121" y="337822"/>
                    <a:pt x="15408" y="353350"/>
                    <a:pt x="34569" y="353350"/>
                  </a:cubicBezTo>
                  <a:lnTo>
                    <a:pt x="452750" y="353350"/>
                  </a:lnTo>
                  <a:cubicBezTo>
                    <a:pt x="471912" y="353350"/>
                    <a:pt x="487440" y="337822"/>
                    <a:pt x="487455" y="318661"/>
                  </a:cubicBezTo>
                  <a:lnTo>
                    <a:pt x="487455" y="88665"/>
                  </a:lnTo>
                  <a:cubicBezTo>
                    <a:pt x="487455" y="69504"/>
                    <a:pt x="471912" y="53960"/>
                    <a:pt x="452750" y="53960"/>
                  </a:cubicBezTo>
                  <a:lnTo>
                    <a:pt x="393406" y="53960"/>
                  </a:lnTo>
                  <a:cubicBezTo>
                    <a:pt x="381554" y="53976"/>
                    <a:pt x="370509" y="47955"/>
                    <a:pt x="364122" y="37978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Google Shape;930;p66"/>
          <p:cNvSpPr/>
          <p:nvPr/>
        </p:nvSpPr>
        <p:spPr>
          <a:xfrm>
            <a:off x="6562767" y="6874274"/>
            <a:ext cx="413815" cy="413815"/>
          </a:xfrm>
          <a:custGeom>
            <a:rect b="b" l="l" r="r" t="t"/>
            <a:pathLst>
              <a:path extrusionOk="0" h="275877" w="275877">
                <a:moveTo>
                  <a:pt x="275877" y="99997"/>
                </a:moveTo>
                <a:lnTo>
                  <a:pt x="175866" y="99997"/>
                </a:lnTo>
                <a:lnTo>
                  <a:pt x="175866" y="0"/>
                </a:lnTo>
                <a:lnTo>
                  <a:pt x="99997" y="0"/>
                </a:lnTo>
                <a:lnTo>
                  <a:pt x="99997" y="99997"/>
                </a:lnTo>
                <a:lnTo>
                  <a:pt x="0" y="99997"/>
                </a:lnTo>
                <a:lnTo>
                  <a:pt x="0" y="175866"/>
                </a:lnTo>
                <a:lnTo>
                  <a:pt x="99997" y="175866"/>
                </a:lnTo>
                <a:lnTo>
                  <a:pt x="99997" y="275877"/>
                </a:lnTo>
                <a:lnTo>
                  <a:pt x="175866" y="275877"/>
                </a:lnTo>
                <a:lnTo>
                  <a:pt x="175866" y="175866"/>
                </a:lnTo>
                <a:lnTo>
                  <a:pt x="275877" y="175866"/>
                </a:lnTo>
                <a:lnTo>
                  <a:pt x="275877" y="99997"/>
                </a:lnTo>
                <a:close/>
              </a:path>
            </a:pathLst>
          </a:custGeom>
          <a:noFill/>
          <a:ln cap="flat" cmpd="sng" w="1822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1" name="Google Shape;931;p66"/>
          <p:cNvGrpSpPr/>
          <p:nvPr/>
        </p:nvGrpSpPr>
        <p:grpSpPr>
          <a:xfrm>
            <a:off x="8336492" y="6880361"/>
            <a:ext cx="757666" cy="401619"/>
            <a:chOff x="5557661" y="4586907"/>
            <a:chExt cx="505111" cy="267746"/>
          </a:xfrm>
        </p:grpSpPr>
        <p:sp>
          <p:nvSpPr>
            <p:cNvPr id="932" name="Google Shape;932;p66"/>
            <p:cNvSpPr/>
            <p:nvPr/>
          </p:nvSpPr>
          <p:spPr>
            <a:xfrm>
              <a:off x="5557661" y="4586907"/>
              <a:ext cx="387769" cy="267746"/>
            </a:xfrm>
            <a:custGeom>
              <a:rect b="b" l="l" r="r" t="t"/>
              <a:pathLst>
                <a:path extrusionOk="0" h="267746" w="387769">
                  <a:moveTo>
                    <a:pt x="337683" y="0"/>
                  </a:moveTo>
                  <a:cubicBezTo>
                    <a:pt x="365345" y="0"/>
                    <a:pt x="387769" y="0"/>
                    <a:pt x="387769" y="0"/>
                  </a:cubicBezTo>
                  <a:lnTo>
                    <a:pt x="387769" y="267747"/>
                  </a:lnTo>
                  <a:cubicBezTo>
                    <a:pt x="387769" y="267747"/>
                    <a:pt x="365345" y="267747"/>
                    <a:pt x="337683" y="267747"/>
                  </a:cubicBezTo>
                  <a:lnTo>
                    <a:pt x="50086" y="267747"/>
                  </a:lnTo>
                  <a:cubicBezTo>
                    <a:pt x="22424" y="267747"/>
                    <a:pt x="0" y="267747"/>
                    <a:pt x="0" y="267747"/>
                  </a:cubicBezTo>
                  <a:lnTo>
                    <a:pt x="0" y="0"/>
                  </a:lnTo>
                  <a:cubicBezTo>
                    <a:pt x="0" y="0"/>
                    <a:pt x="22424" y="0"/>
                    <a:pt x="50086" y="0"/>
                  </a:cubicBez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66"/>
            <p:cNvSpPr/>
            <p:nvPr/>
          </p:nvSpPr>
          <p:spPr>
            <a:xfrm>
              <a:off x="5945416" y="4605277"/>
              <a:ext cx="117356" cy="231020"/>
            </a:xfrm>
            <a:custGeom>
              <a:rect b="b" l="l" r="r" t="t"/>
              <a:pathLst>
                <a:path extrusionOk="0" h="231020" w="117356">
                  <a:moveTo>
                    <a:pt x="117356" y="231021"/>
                  </a:moveTo>
                  <a:lnTo>
                    <a:pt x="0" y="173287"/>
                  </a:lnTo>
                  <a:lnTo>
                    <a:pt x="0" y="57733"/>
                  </a:lnTo>
                  <a:lnTo>
                    <a:pt x="117356" y="0"/>
                  </a:lnTo>
                  <a:lnTo>
                    <a:pt x="117356" y="231021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66"/>
            <p:cNvSpPr/>
            <p:nvPr/>
          </p:nvSpPr>
          <p:spPr>
            <a:xfrm>
              <a:off x="5698779" y="4668181"/>
              <a:ext cx="130452" cy="105211"/>
            </a:xfrm>
            <a:custGeom>
              <a:rect b="b" l="l" r="r" t="t"/>
              <a:pathLst>
                <a:path extrusionOk="0" h="105211" w="130452">
                  <a:moveTo>
                    <a:pt x="0" y="0"/>
                  </a:moveTo>
                  <a:lnTo>
                    <a:pt x="0" y="105212"/>
                  </a:lnTo>
                  <a:lnTo>
                    <a:pt x="130453" y="5260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" name="Google Shape;935;p66"/>
          <p:cNvGrpSpPr/>
          <p:nvPr/>
        </p:nvGrpSpPr>
        <p:grpSpPr>
          <a:xfrm>
            <a:off x="10451694" y="6673826"/>
            <a:ext cx="572600" cy="814732"/>
            <a:chOff x="6967796" y="4449217"/>
            <a:chExt cx="381733" cy="543155"/>
          </a:xfrm>
        </p:grpSpPr>
        <p:sp>
          <p:nvSpPr>
            <p:cNvPr id="936" name="Google Shape;936;p66"/>
            <p:cNvSpPr/>
            <p:nvPr/>
          </p:nvSpPr>
          <p:spPr>
            <a:xfrm>
              <a:off x="7078736" y="4910365"/>
              <a:ext cx="160630" cy="82007"/>
            </a:xfrm>
            <a:custGeom>
              <a:rect b="b" l="l" r="r" t="t"/>
              <a:pathLst>
                <a:path extrusionOk="0" h="82007" w="160630">
                  <a:moveTo>
                    <a:pt x="151387" y="82007"/>
                  </a:moveTo>
                  <a:lnTo>
                    <a:pt x="10269" y="82007"/>
                  </a:lnTo>
                  <a:lnTo>
                    <a:pt x="0" y="0"/>
                  </a:lnTo>
                  <a:lnTo>
                    <a:pt x="160630" y="0"/>
                  </a:lnTo>
                  <a:lnTo>
                    <a:pt x="151387" y="82007"/>
                  </a:ln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66"/>
            <p:cNvSpPr/>
            <p:nvPr/>
          </p:nvSpPr>
          <p:spPr>
            <a:xfrm>
              <a:off x="7049130" y="4449217"/>
              <a:ext cx="219067" cy="461147"/>
            </a:xfrm>
            <a:custGeom>
              <a:rect b="b" l="l" r="r" t="t"/>
              <a:pathLst>
                <a:path extrusionOk="0" h="461147" w="219067">
                  <a:moveTo>
                    <a:pt x="-121" y="460671"/>
                  </a:moveTo>
                  <a:lnTo>
                    <a:pt x="-121" y="192588"/>
                  </a:lnTo>
                  <a:cubicBezTo>
                    <a:pt x="-121" y="192588"/>
                    <a:pt x="-121" y="56188"/>
                    <a:pt x="109413" y="-477"/>
                  </a:cubicBezTo>
                  <a:cubicBezTo>
                    <a:pt x="218946" y="56188"/>
                    <a:pt x="218946" y="192588"/>
                    <a:pt x="218946" y="192588"/>
                  </a:cubicBezTo>
                  <a:lnTo>
                    <a:pt x="218946" y="460671"/>
                  </a:ln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66"/>
            <p:cNvSpPr/>
            <p:nvPr/>
          </p:nvSpPr>
          <p:spPr>
            <a:xfrm>
              <a:off x="7158663" y="4682128"/>
              <a:ext cx="14649" cy="228237"/>
            </a:xfrm>
            <a:custGeom>
              <a:rect b="b" l="l" r="r" t="t"/>
              <a:pathLst>
                <a:path extrusionOk="0" h="228237" w="14649">
                  <a:moveTo>
                    <a:pt x="0" y="0"/>
                  </a:moveTo>
                  <a:lnTo>
                    <a:pt x="0" y="228237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66"/>
            <p:cNvSpPr/>
            <p:nvPr/>
          </p:nvSpPr>
          <p:spPr>
            <a:xfrm>
              <a:off x="6967796" y="4701157"/>
              <a:ext cx="81333" cy="224179"/>
            </a:xfrm>
            <a:custGeom>
              <a:rect b="b" l="l" r="r" t="t"/>
              <a:pathLst>
                <a:path extrusionOk="0" h="224179" w="81333">
                  <a:moveTo>
                    <a:pt x="81333" y="0"/>
                  </a:moveTo>
                  <a:lnTo>
                    <a:pt x="0" y="110940"/>
                  </a:lnTo>
                  <a:lnTo>
                    <a:pt x="0" y="224179"/>
                  </a:lnTo>
                  <a:lnTo>
                    <a:pt x="81333" y="157158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66"/>
            <p:cNvSpPr/>
            <p:nvPr/>
          </p:nvSpPr>
          <p:spPr>
            <a:xfrm>
              <a:off x="7268197" y="4701157"/>
              <a:ext cx="81332" cy="224179"/>
            </a:xfrm>
            <a:custGeom>
              <a:rect b="b" l="l" r="r" t="t"/>
              <a:pathLst>
                <a:path extrusionOk="0" h="224179" w="81332">
                  <a:moveTo>
                    <a:pt x="0" y="0"/>
                  </a:moveTo>
                  <a:lnTo>
                    <a:pt x="81333" y="110940"/>
                  </a:lnTo>
                  <a:lnTo>
                    <a:pt x="81333" y="224179"/>
                  </a:lnTo>
                  <a:lnTo>
                    <a:pt x="0" y="157158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66"/>
            <p:cNvSpPr/>
            <p:nvPr/>
          </p:nvSpPr>
          <p:spPr>
            <a:xfrm>
              <a:off x="7113338" y="4544175"/>
              <a:ext cx="90650" cy="90650"/>
            </a:xfrm>
            <a:custGeom>
              <a:rect b="b" l="l" r="r" t="t"/>
              <a:pathLst>
                <a:path extrusionOk="0" h="90650" w="90650">
                  <a:moveTo>
                    <a:pt x="90650" y="45325"/>
                  </a:moveTo>
                  <a:cubicBezTo>
                    <a:pt x="90650" y="70358"/>
                    <a:pt x="70358" y="90650"/>
                    <a:pt x="45325" y="90650"/>
                  </a:cubicBezTo>
                  <a:cubicBezTo>
                    <a:pt x="20293" y="90650"/>
                    <a:pt x="0" y="70358"/>
                    <a:pt x="0" y="45325"/>
                  </a:cubicBezTo>
                  <a:cubicBezTo>
                    <a:pt x="0" y="20293"/>
                    <a:pt x="20293" y="0"/>
                    <a:pt x="45325" y="0"/>
                  </a:cubicBezTo>
                  <a:cubicBezTo>
                    <a:pt x="70358" y="0"/>
                    <a:pt x="90650" y="20293"/>
                    <a:pt x="90650" y="45325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2" name="Google Shape;942;p66"/>
          <p:cNvGrpSpPr/>
          <p:nvPr/>
        </p:nvGrpSpPr>
        <p:grpSpPr>
          <a:xfrm>
            <a:off x="12328830" y="6711994"/>
            <a:ext cx="740262" cy="738372"/>
            <a:chOff x="8219220" y="4474663"/>
            <a:chExt cx="493508" cy="492248"/>
          </a:xfrm>
        </p:grpSpPr>
        <p:sp>
          <p:nvSpPr>
            <p:cNvPr id="943" name="Google Shape;943;p66"/>
            <p:cNvSpPr/>
            <p:nvPr/>
          </p:nvSpPr>
          <p:spPr>
            <a:xfrm>
              <a:off x="8417030" y="4690737"/>
              <a:ext cx="97725" cy="109669"/>
            </a:xfrm>
            <a:custGeom>
              <a:rect b="b" l="l" r="r" t="t"/>
              <a:pathLst>
                <a:path extrusionOk="0" h="109669" w="97725">
                  <a:moveTo>
                    <a:pt x="67574" y="38861"/>
                  </a:moveTo>
                  <a:cubicBezTo>
                    <a:pt x="85769" y="46464"/>
                    <a:pt x="97605" y="64249"/>
                    <a:pt x="97605" y="83967"/>
                  </a:cubicBezTo>
                  <a:lnTo>
                    <a:pt x="97605" y="99978"/>
                  </a:lnTo>
                  <a:cubicBezTo>
                    <a:pt x="97605" y="105062"/>
                    <a:pt x="93489" y="109179"/>
                    <a:pt x="88406" y="109193"/>
                  </a:cubicBezTo>
                  <a:lnTo>
                    <a:pt x="9094" y="109193"/>
                  </a:lnTo>
                  <a:cubicBezTo>
                    <a:pt x="4010" y="109193"/>
                    <a:pt x="-121" y="105062"/>
                    <a:pt x="-121" y="99978"/>
                  </a:cubicBezTo>
                  <a:lnTo>
                    <a:pt x="-121" y="83967"/>
                  </a:lnTo>
                  <a:cubicBezTo>
                    <a:pt x="-121" y="64322"/>
                    <a:pt x="11628" y="46596"/>
                    <a:pt x="29720" y="38949"/>
                  </a:cubicBezTo>
                  <a:lnTo>
                    <a:pt x="29925" y="38861"/>
                  </a:lnTo>
                  <a:cubicBezTo>
                    <a:pt x="21546" y="28460"/>
                    <a:pt x="23187" y="13254"/>
                    <a:pt x="33587" y="4875"/>
                  </a:cubicBezTo>
                  <a:cubicBezTo>
                    <a:pt x="43988" y="-3505"/>
                    <a:pt x="59194" y="-1864"/>
                    <a:pt x="67574" y="8537"/>
                  </a:cubicBezTo>
                  <a:cubicBezTo>
                    <a:pt x="74708" y="17385"/>
                    <a:pt x="74708" y="30013"/>
                    <a:pt x="67574" y="38861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66"/>
            <p:cNvSpPr/>
            <p:nvPr/>
          </p:nvSpPr>
          <p:spPr>
            <a:xfrm>
              <a:off x="8349379" y="4633668"/>
              <a:ext cx="233042" cy="233042"/>
            </a:xfrm>
            <a:custGeom>
              <a:rect b="b" l="l" r="r" t="t"/>
              <a:pathLst>
                <a:path extrusionOk="0" h="233042" w="233042">
                  <a:moveTo>
                    <a:pt x="233042" y="116521"/>
                  </a:moveTo>
                  <a:cubicBezTo>
                    <a:pt x="233042" y="180874"/>
                    <a:pt x="180874" y="233043"/>
                    <a:pt x="116521" y="233043"/>
                  </a:cubicBezTo>
                  <a:cubicBezTo>
                    <a:pt x="52168" y="233043"/>
                    <a:pt x="0" y="180874"/>
                    <a:pt x="0" y="116521"/>
                  </a:cubicBezTo>
                  <a:cubicBezTo>
                    <a:pt x="0" y="52169"/>
                    <a:pt x="52168" y="0"/>
                    <a:pt x="116521" y="0"/>
                  </a:cubicBezTo>
                  <a:cubicBezTo>
                    <a:pt x="180874" y="0"/>
                    <a:pt x="233042" y="52169"/>
                    <a:pt x="233042" y="116521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66"/>
            <p:cNvSpPr/>
            <p:nvPr/>
          </p:nvSpPr>
          <p:spPr>
            <a:xfrm>
              <a:off x="8573544" y="4856148"/>
              <a:ext cx="109079" cy="109079"/>
            </a:xfrm>
            <a:custGeom>
              <a:rect b="b" l="l" r="r" t="t"/>
              <a:pathLst>
                <a:path extrusionOk="0" h="109079" w="109079">
                  <a:moveTo>
                    <a:pt x="109079" y="54540"/>
                  </a:moveTo>
                  <a:cubicBezTo>
                    <a:pt x="109079" y="84661"/>
                    <a:pt x="84661" y="109079"/>
                    <a:pt x="54540" y="109079"/>
                  </a:cubicBezTo>
                  <a:cubicBezTo>
                    <a:pt x="24418" y="109079"/>
                    <a:pt x="0" y="84661"/>
                    <a:pt x="0" y="54540"/>
                  </a:cubicBezTo>
                  <a:cubicBezTo>
                    <a:pt x="0" y="24418"/>
                    <a:pt x="24418" y="0"/>
                    <a:pt x="54540" y="0"/>
                  </a:cubicBezTo>
                  <a:cubicBezTo>
                    <a:pt x="84661" y="0"/>
                    <a:pt x="109079" y="24418"/>
                    <a:pt x="109079" y="54540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66"/>
            <p:cNvSpPr/>
            <p:nvPr/>
          </p:nvSpPr>
          <p:spPr>
            <a:xfrm>
              <a:off x="8219220" y="4596883"/>
              <a:ext cx="109079" cy="109079"/>
            </a:xfrm>
            <a:custGeom>
              <a:rect b="b" l="l" r="r" t="t"/>
              <a:pathLst>
                <a:path extrusionOk="0" h="109079" w="109079">
                  <a:moveTo>
                    <a:pt x="109079" y="54540"/>
                  </a:moveTo>
                  <a:cubicBezTo>
                    <a:pt x="109079" y="84661"/>
                    <a:pt x="84661" y="109079"/>
                    <a:pt x="54540" y="109079"/>
                  </a:cubicBezTo>
                  <a:cubicBezTo>
                    <a:pt x="24418" y="109079"/>
                    <a:pt x="0" y="84661"/>
                    <a:pt x="0" y="54540"/>
                  </a:cubicBezTo>
                  <a:cubicBezTo>
                    <a:pt x="0" y="24418"/>
                    <a:pt x="24418" y="0"/>
                    <a:pt x="54540" y="0"/>
                  </a:cubicBezTo>
                  <a:cubicBezTo>
                    <a:pt x="84661" y="0"/>
                    <a:pt x="109079" y="24418"/>
                    <a:pt x="109079" y="54540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66"/>
            <p:cNvSpPr/>
            <p:nvPr/>
          </p:nvSpPr>
          <p:spPr>
            <a:xfrm>
              <a:off x="8603649" y="4603490"/>
              <a:ext cx="109079" cy="109079"/>
            </a:xfrm>
            <a:custGeom>
              <a:rect b="b" l="l" r="r" t="t"/>
              <a:pathLst>
                <a:path extrusionOk="0" h="109079" w="109079">
                  <a:moveTo>
                    <a:pt x="109079" y="54540"/>
                  </a:moveTo>
                  <a:cubicBezTo>
                    <a:pt x="109079" y="84661"/>
                    <a:pt x="84661" y="109079"/>
                    <a:pt x="54540" y="109079"/>
                  </a:cubicBezTo>
                  <a:cubicBezTo>
                    <a:pt x="24419" y="109079"/>
                    <a:pt x="0" y="84661"/>
                    <a:pt x="0" y="54540"/>
                  </a:cubicBezTo>
                  <a:cubicBezTo>
                    <a:pt x="0" y="24418"/>
                    <a:pt x="24419" y="0"/>
                    <a:pt x="54540" y="0"/>
                  </a:cubicBezTo>
                  <a:cubicBezTo>
                    <a:pt x="84661" y="0"/>
                    <a:pt x="109079" y="24418"/>
                    <a:pt x="109079" y="54540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66"/>
            <p:cNvSpPr/>
            <p:nvPr/>
          </p:nvSpPr>
          <p:spPr>
            <a:xfrm>
              <a:off x="8411361" y="4474663"/>
              <a:ext cx="109079" cy="109079"/>
            </a:xfrm>
            <a:custGeom>
              <a:rect b="b" l="l" r="r" t="t"/>
              <a:pathLst>
                <a:path extrusionOk="0" h="109079" w="109079">
                  <a:moveTo>
                    <a:pt x="109079" y="54540"/>
                  </a:moveTo>
                  <a:cubicBezTo>
                    <a:pt x="109079" y="84661"/>
                    <a:pt x="84661" y="109079"/>
                    <a:pt x="54540" y="109079"/>
                  </a:cubicBezTo>
                  <a:cubicBezTo>
                    <a:pt x="24418" y="109079"/>
                    <a:pt x="0" y="84661"/>
                    <a:pt x="0" y="54540"/>
                  </a:cubicBezTo>
                  <a:cubicBezTo>
                    <a:pt x="0" y="24418"/>
                    <a:pt x="24418" y="0"/>
                    <a:pt x="54540" y="0"/>
                  </a:cubicBezTo>
                  <a:cubicBezTo>
                    <a:pt x="84661" y="0"/>
                    <a:pt x="109079" y="24418"/>
                    <a:pt x="109079" y="54540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66"/>
            <p:cNvSpPr/>
            <p:nvPr/>
          </p:nvSpPr>
          <p:spPr>
            <a:xfrm>
              <a:off x="8318543" y="4674451"/>
              <a:ext cx="42102" cy="21637"/>
            </a:xfrm>
            <a:custGeom>
              <a:rect b="b" l="l" r="r" t="t"/>
              <a:pathLst>
                <a:path extrusionOk="0" h="21637" w="42102">
                  <a:moveTo>
                    <a:pt x="42102" y="21637"/>
                  </a:moveTo>
                  <a:lnTo>
                    <a:pt x="0" y="0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66"/>
            <p:cNvSpPr/>
            <p:nvPr/>
          </p:nvSpPr>
          <p:spPr>
            <a:xfrm>
              <a:off x="8570878" y="4681586"/>
              <a:ext cx="38176" cy="18282"/>
            </a:xfrm>
            <a:custGeom>
              <a:rect b="b" l="l" r="r" t="t"/>
              <a:pathLst>
                <a:path extrusionOk="0" h="18282" w="38176">
                  <a:moveTo>
                    <a:pt x="38176" y="0"/>
                  </a:moveTo>
                  <a:lnTo>
                    <a:pt x="0" y="18282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66"/>
            <p:cNvSpPr/>
            <p:nvPr/>
          </p:nvSpPr>
          <p:spPr>
            <a:xfrm>
              <a:off x="8465901" y="4583728"/>
              <a:ext cx="14649" cy="49925"/>
            </a:xfrm>
            <a:custGeom>
              <a:rect b="b" l="l" r="r" t="t"/>
              <a:pathLst>
                <a:path extrusionOk="0" h="49925" w="14649">
                  <a:moveTo>
                    <a:pt x="0" y="49925"/>
                  </a:moveTo>
                  <a:lnTo>
                    <a:pt x="0" y="0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66"/>
            <p:cNvSpPr/>
            <p:nvPr/>
          </p:nvSpPr>
          <p:spPr>
            <a:xfrm>
              <a:off x="8548684" y="4832108"/>
              <a:ext cx="40666" cy="40241"/>
            </a:xfrm>
            <a:custGeom>
              <a:rect b="b" l="l" r="r" t="t"/>
              <a:pathLst>
                <a:path extrusionOk="0" h="40241" w="40666">
                  <a:moveTo>
                    <a:pt x="40667" y="40242"/>
                  </a:moveTo>
                  <a:lnTo>
                    <a:pt x="0" y="0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66"/>
            <p:cNvSpPr/>
            <p:nvPr/>
          </p:nvSpPr>
          <p:spPr>
            <a:xfrm>
              <a:off x="8250862" y="4857832"/>
              <a:ext cx="109079" cy="109079"/>
            </a:xfrm>
            <a:custGeom>
              <a:rect b="b" l="l" r="r" t="t"/>
              <a:pathLst>
                <a:path extrusionOk="0" h="109079" w="109079">
                  <a:moveTo>
                    <a:pt x="109079" y="54539"/>
                  </a:moveTo>
                  <a:cubicBezTo>
                    <a:pt x="109079" y="84661"/>
                    <a:pt x="84661" y="109079"/>
                    <a:pt x="54540" y="109079"/>
                  </a:cubicBezTo>
                  <a:cubicBezTo>
                    <a:pt x="24419" y="109079"/>
                    <a:pt x="0" y="84661"/>
                    <a:pt x="0" y="54539"/>
                  </a:cubicBezTo>
                  <a:cubicBezTo>
                    <a:pt x="0" y="24418"/>
                    <a:pt x="24419" y="0"/>
                    <a:pt x="54540" y="0"/>
                  </a:cubicBezTo>
                  <a:cubicBezTo>
                    <a:pt x="84661" y="0"/>
                    <a:pt x="109079" y="24418"/>
                    <a:pt x="109079" y="54539"/>
                  </a:cubicBezTo>
                  <a:close/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66"/>
            <p:cNvSpPr/>
            <p:nvPr/>
          </p:nvSpPr>
          <p:spPr>
            <a:xfrm>
              <a:off x="8343725" y="4832958"/>
              <a:ext cx="40256" cy="40681"/>
            </a:xfrm>
            <a:custGeom>
              <a:rect b="b" l="l" r="r" t="t"/>
              <a:pathLst>
                <a:path extrusionOk="0" h="40681" w="40256">
                  <a:moveTo>
                    <a:pt x="0" y="40681"/>
                  </a:moveTo>
                  <a:lnTo>
                    <a:pt x="40256" y="0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5" name="Google Shape;955;p66"/>
          <p:cNvGrpSpPr/>
          <p:nvPr/>
        </p:nvGrpSpPr>
        <p:grpSpPr>
          <a:xfrm>
            <a:off x="14426914" y="6611002"/>
            <a:ext cx="766674" cy="940358"/>
            <a:chOff x="9617943" y="4407335"/>
            <a:chExt cx="511116" cy="626905"/>
          </a:xfrm>
        </p:grpSpPr>
        <p:grpSp>
          <p:nvGrpSpPr>
            <p:cNvPr id="956" name="Google Shape;956;p66"/>
            <p:cNvGrpSpPr/>
            <p:nvPr/>
          </p:nvGrpSpPr>
          <p:grpSpPr>
            <a:xfrm>
              <a:off x="9679954" y="4628584"/>
              <a:ext cx="386845" cy="405656"/>
              <a:chOff x="9679954" y="4628584"/>
              <a:chExt cx="386845" cy="405656"/>
            </a:xfrm>
          </p:grpSpPr>
          <p:sp>
            <p:nvSpPr>
              <p:cNvPr id="957" name="Google Shape;957;p66"/>
              <p:cNvSpPr/>
              <p:nvPr/>
            </p:nvSpPr>
            <p:spPr>
              <a:xfrm>
                <a:off x="9870791" y="4696953"/>
                <a:ext cx="196008" cy="337287"/>
              </a:xfrm>
              <a:custGeom>
                <a:rect b="b" l="l" r="r" t="t"/>
                <a:pathLst>
                  <a:path extrusionOk="0" h="337287" w="196008">
                    <a:moveTo>
                      <a:pt x="195716" y="121619"/>
                    </a:moveTo>
                    <a:lnTo>
                      <a:pt x="196009" y="224487"/>
                    </a:lnTo>
                    <a:lnTo>
                      <a:pt x="630" y="337287"/>
                    </a:lnTo>
                    <a:lnTo>
                      <a:pt x="0" y="112785"/>
                    </a:lnTo>
                    <a:lnTo>
                      <a:pt x="195364" y="0"/>
                    </a:lnTo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66"/>
              <p:cNvSpPr/>
              <p:nvPr/>
            </p:nvSpPr>
            <p:spPr>
              <a:xfrm>
                <a:off x="9679954" y="4698843"/>
                <a:ext cx="191467" cy="335397"/>
              </a:xfrm>
              <a:custGeom>
                <a:rect b="b" l="l" r="r" t="t"/>
                <a:pathLst>
                  <a:path extrusionOk="0" h="335397" w="191467">
                    <a:moveTo>
                      <a:pt x="0" y="0"/>
                    </a:moveTo>
                    <a:lnTo>
                      <a:pt x="190838" y="110896"/>
                    </a:lnTo>
                    <a:lnTo>
                      <a:pt x="191468" y="335397"/>
                    </a:lnTo>
                    <a:lnTo>
                      <a:pt x="630" y="224502"/>
                    </a:lnTo>
                    <a:lnTo>
                      <a:pt x="337" y="119217"/>
                    </a:lnTo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66"/>
              <p:cNvSpPr/>
              <p:nvPr/>
            </p:nvSpPr>
            <p:spPr>
              <a:xfrm>
                <a:off x="9679954" y="4628584"/>
                <a:ext cx="386201" cy="181154"/>
              </a:xfrm>
              <a:custGeom>
                <a:rect b="b" l="l" r="r" t="t"/>
                <a:pathLst>
                  <a:path extrusionOk="0" h="181154" w="386201">
                    <a:moveTo>
                      <a:pt x="270559" y="1157"/>
                    </a:moveTo>
                    <a:lnTo>
                      <a:pt x="386202" y="68369"/>
                    </a:lnTo>
                    <a:lnTo>
                      <a:pt x="190838" y="181154"/>
                    </a:lnTo>
                    <a:lnTo>
                      <a:pt x="0" y="70259"/>
                    </a:lnTo>
                    <a:lnTo>
                      <a:pt x="121693" y="0"/>
                    </a:lnTo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0" name="Google Shape;960;p66"/>
            <p:cNvSpPr/>
            <p:nvPr/>
          </p:nvSpPr>
          <p:spPr>
            <a:xfrm>
              <a:off x="9617943" y="4698843"/>
              <a:ext cx="252848" cy="194074"/>
            </a:xfrm>
            <a:custGeom>
              <a:rect b="b" l="l" r="r" t="t"/>
              <a:pathLst>
                <a:path extrusionOk="0" h="194074" w="252848">
                  <a:moveTo>
                    <a:pt x="62011" y="0"/>
                  </a:moveTo>
                  <a:lnTo>
                    <a:pt x="0" y="83179"/>
                  </a:lnTo>
                  <a:lnTo>
                    <a:pt x="190838" y="194075"/>
                  </a:lnTo>
                  <a:lnTo>
                    <a:pt x="252848" y="110896"/>
                  </a:lnTo>
                  <a:lnTo>
                    <a:pt x="62011" y="0"/>
                  </a:ln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66"/>
            <p:cNvSpPr/>
            <p:nvPr/>
          </p:nvSpPr>
          <p:spPr>
            <a:xfrm>
              <a:off x="9876211" y="4698843"/>
              <a:ext cx="252848" cy="194074"/>
            </a:xfrm>
            <a:custGeom>
              <a:rect b="b" l="l" r="r" t="t"/>
              <a:pathLst>
                <a:path extrusionOk="0" h="194074" w="252848">
                  <a:moveTo>
                    <a:pt x="190838" y="0"/>
                  </a:moveTo>
                  <a:lnTo>
                    <a:pt x="252848" y="83179"/>
                  </a:lnTo>
                  <a:lnTo>
                    <a:pt x="62011" y="194075"/>
                  </a:lnTo>
                  <a:lnTo>
                    <a:pt x="0" y="110896"/>
                  </a:lnTo>
                  <a:lnTo>
                    <a:pt x="190838" y="0"/>
                  </a:ln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66"/>
            <p:cNvSpPr/>
            <p:nvPr/>
          </p:nvSpPr>
          <p:spPr>
            <a:xfrm>
              <a:off x="9765843" y="4407335"/>
              <a:ext cx="220722" cy="354133"/>
            </a:xfrm>
            <a:custGeom>
              <a:rect b="b" l="l" r="r" t="t"/>
              <a:pathLst>
                <a:path extrusionOk="0" h="354133" w="220722">
                  <a:moveTo>
                    <a:pt x="110248" y="-477"/>
                  </a:moveTo>
                  <a:cubicBezTo>
                    <a:pt x="49292" y="-477"/>
                    <a:pt x="-105" y="48935"/>
                    <a:pt x="-121" y="109877"/>
                  </a:cubicBezTo>
                  <a:cubicBezTo>
                    <a:pt x="-121" y="170833"/>
                    <a:pt x="60821" y="268090"/>
                    <a:pt x="110248" y="353657"/>
                  </a:cubicBezTo>
                  <a:cubicBezTo>
                    <a:pt x="160481" y="268046"/>
                    <a:pt x="220602" y="170833"/>
                    <a:pt x="220602" y="109877"/>
                  </a:cubicBezTo>
                  <a:cubicBezTo>
                    <a:pt x="220602" y="48935"/>
                    <a:pt x="171190" y="-477"/>
                    <a:pt x="110248" y="-477"/>
                  </a:cubicBezTo>
                  <a:close/>
                  <a:moveTo>
                    <a:pt x="110248" y="156271"/>
                  </a:moveTo>
                  <a:cubicBezTo>
                    <a:pt x="83542" y="156271"/>
                    <a:pt x="61905" y="134634"/>
                    <a:pt x="61905" y="107928"/>
                  </a:cubicBezTo>
                  <a:cubicBezTo>
                    <a:pt x="61905" y="81222"/>
                    <a:pt x="83542" y="59585"/>
                    <a:pt x="110248" y="59585"/>
                  </a:cubicBezTo>
                  <a:cubicBezTo>
                    <a:pt x="136939" y="59585"/>
                    <a:pt x="158591" y="81222"/>
                    <a:pt x="158591" y="107928"/>
                  </a:cubicBezTo>
                  <a:cubicBezTo>
                    <a:pt x="158620" y="134634"/>
                    <a:pt x="136983" y="156286"/>
                    <a:pt x="110292" y="156315"/>
                  </a:cubicBezTo>
                  <a:cubicBezTo>
                    <a:pt x="110277" y="156315"/>
                    <a:pt x="110263" y="156315"/>
                    <a:pt x="110248" y="156315"/>
                  </a:cubicBez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3" name="Google Shape;963;p66"/>
          <p:cNvSpPr/>
          <p:nvPr/>
        </p:nvSpPr>
        <p:spPr>
          <a:xfrm>
            <a:off x="16432664" y="6743660"/>
            <a:ext cx="430779" cy="675042"/>
          </a:xfrm>
          <a:custGeom>
            <a:rect b="b" l="l" r="r" t="t"/>
            <a:pathLst>
              <a:path extrusionOk="0" h="450028" w="287186">
                <a:moveTo>
                  <a:pt x="0" y="0"/>
                </a:moveTo>
                <a:lnTo>
                  <a:pt x="0" y="414739"/>
                </a:lnTo>
                <a:lnTo>
                  <a:pt x="95734" y="324879"/>
                </a:lnTo>
                <a:lnTo>
                  <a:pt x="147797" y="450029"/>
                </a:lnTo>
                <a:lnTo>
                  <a:pt x="205692" y="420027"/>
                </a:lnTo>
                <a:lnTo>
                  <a:pt x="155357" y="291449"/>
                </a:lnTo>
                <a:lnTo>
                  <a:pt x="287187" y="291449"/>
                </a:lnTo>
                <a:lnTo>
                  <a:pt x="0" y="0"/>
                </a:lnTo>
                <a:close/>
              </a:path>
            </a:pathLst>
          </a:custGeom>
          <a:noFill/>
          <a:ln cap="rnd" cmpd="sng" w="1640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4" name="Google Shape;964;p66"/>
          <p:cNvGrpSpPr/>
          <p:nvPr/>
        </p:nvGrpSpPr>
        <p:grpSpPr>
          <a:xfrm>
            <a:off x="4487403" y="8459813"/>
            <a:ext cx="626700" cy="626677"/>
            <a:chOff x="2991602" y="5639875"/>
            <a:chExt cx="417800" cy="417785"/>
          </a:xfrm>
        </p:grpSpPr>
        <p:sp>
          <p:nvSpPr>
            <p:cNvPr id="965" name="Google Shape;965;p66"/>
            <p:cNvSpPr/>
            <p:nvPr/>
          </p:nvSpPr>
          <p:spPr>
            <a:xfrm>
              <a:off x="3313728" y="5667723"/>
              <a:ext cx="38762" cy="38557"/>
            </a:xfrm>
            <a:custGeom>
              <a:rect b="b" l="l" r="r" t="t"/>
              <a:pathLst>
                <a:path extrusionOk="0" h="38557" w="38762">
                  <a:moveTo>
                    <a:pt x="0" y="38337"/>
                  </a:moveTo>
                  <a:lnTo>
                    <a:pt x="38557" y="38557"/>
                  </a:lnTo>
                  <a:lnTo>
                    <a:pt x="38762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66"/>
            <p:cNvSpPr/>
            <p:nvPr/>
          </p:nvSpPr>
          <p:spPr>
            <a:xfrm>
              <a:off x="2991602" y="5639875"/>
              <a:ext cx="356609" cy="208900"/>
            </a:xfrm>
            <a:custGeom>
              <a:rect b="b" l="l" r="r" t="t"/>
              <a:pathLst>
                <a:path extrusionOk="0" h="208900" w="356609">
                  <a:moveTo>
                    <a:pt x="-121" y="208424"/>
                  </a:moveTo>
                  <a:cubicBezTo>
                    <a:pt x="-121" y="93045"/>
                    <a:pt x="93401" y="-477"/>
                    <a:pt x="208779" y="-477"/>
                  </a:cubicBezTo>
                  <a:cubicBezTo>
                    <a:pt x="264183" y="-477"/>
                    <a:pt x="317317" y="21527"/>
                    <a:pt x="356489" y="60699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66"/>
            <p:cNvSpPr/>
            <p:nvPr/>
          </p:nvSpPr>
          <p:spPr>
            <a:xfrm>
              <a:off x="3286363" y="5640358"/>
              <a:ext cx="66127" cy="65922"/>
            </a:xfrm>
            <a:custGeom>
              <a:rect b="b" l="l" r="r" t="t"/>
              <a:pathLst>
                <a:path extrusionOk="0" h="65922" w="66127">
                  <a:moveTo>
                    <a:pt x="0" y="65703"/>
                  </a:moveTo>
                  <a:lnTo>
                    <a:pt x="65922" y="65922"/>
                  </a:lnTo>
                  <a:lnTo>
                    <a:pt x="66127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66"/>
            <p:cNvSpPr/>
            <p:nvPr/>
          </p:nvSpPr>
          <p:spPr>
            <a:xfrm>
              <a:off x="2991602" y="5639875"/>
              <a:ext cx="356609" cy="208900"/>
            </a:xfrm>
            <a:custGeom>
              <a:rect b="b" l="l" r="r" t="t"/>
              <a:pathLst>
                <a:path extrusionOk="0" h="208900" w="356609">
                  <a:moveTo>
                    <a:pt x="-121" y="208424"/>
                  </a:moveTo>
                  <a:cubicBezTo>
                    <a:pt x="-121" y="93045"/>
                    <a:pt x="93401" y="-477"/>
                    <a:pt x="208779" y="-477"/>
                  </a:cubicBezTo>
                  <a:cubicBezTo>
                    <a:pt x="264183" y="-477"/>
                    <a:pt x="317317" y="21527"/>
                    <a:pt x="356489" y="60699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66"/>
            <p:cNvSpPr/>
            <p:nvPr/>
          </p:nvSpPr>
          <p:spPr>
            <a:xfrm>
              <a:off x="3048515" y="5991240"/>
              <a:ext cx="38776" cy="38557"/>
            </a:xfrm>
            <a:custGeom>
              <a:rect b="b" l="l" r="r" t="t"/>
              <a:pathLst>
                <a:path extrusionOk="0" h="38557" w="38776">
                  <a:moveTo>
                    <a:pt x="38777" y="220"/>
                  </a:moveTo>
                  <a:lnTo>
                    <a:pt x="220" y="0"/>
                  </a:lnTo>
                  <a:lnTo>
                    <a:pt x="0" y="38557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66"/>
            <p:cNvSpPr/>
            <p:nvPr/>
          </p:nvSpPr>
          <p:spPr>
            <a:xfrm>
              <a:off x="3052793" y="5848775"/>
              <a:ext cx="356609" cy="208885"/>
            </a:xfrm>
            <a:custGeom>
              <a:rect b="b" l="l" r="r" t="t"/>
              <a:pathLst>
                <a:path extrusionOk="0" h="208885" w="356609">
                  <a:moveTo>
                    <a:pt x="356489" y="-477"/>
                  </a:moveTo>
                  <a:cubicBezTo>
                    <a:pt x="356489" y="114902"/>
                    <a:pt x="262953" y="208423"/>
                    <a:pt x="147574" y="208408"/>
                  </a:cubicBezTo>
                  <a:cubicBezTo>
                    <a:pt x="92185" y="208408"/>
                    <a:pt x="39052" y="186405"/>
                    <a:pt x="-121" y="147232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66"/>
            <p:cNvSpPr/>
            <p:nvPr/>
          </p:nvSpPr>
          <p:spPr>
            <a:xfrm>
              <a:off x="3048515" y="5991240"/>
              <a:ext cx="66141" cy="65922"/>
            </a:xfrm>
            <a:custGeom>
              <a:rect b="b" l="l" r="r" t="t"/>
              <a:pathLst>
                <a:path extrusionOk="0" h="65922" w="66141">
                  <a:moveTo>
                    <a:pt x="66142" y="220"/>
                  </a:moveTo>
                  <a:lnTo>
                    <a:pt x="220" y="0"/>
                  </a:lnTo>
                  <a:lnTo>
                    <a:pt x="0" y="65922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66"/>
            <p:cNvSpPr/>
            <p:nvPr/>
          </p:nvSpPr>
          <p:spPr>
            <a:xfrm>
              <a:off x="3052793" y="5848775"/>
              <a:ext cx="356609" cy="208885"/>
            </a:xfrm>
            <a:custGeom>
              <a:rect b="b" l="l" r="r" t="t"/>
              <a:pathLst>
                <a:path extrusionOk="0" h="208885" w="356609">
                  <a:moveTo>
                    <a:pt x="356489" y="-477"/>
                  </a:moveTo>
                  <a:cubicBezTo>
                    <a:pt x="356489" y="114902"/>
                    <a:pt x="262953" y="208423"/>
                    <a:pt x="147574" y="208408"/>
                  </a:cubicBezTo>
                  <a:cubicBezTo>
                    <a:pt x="92185" y="208408"/>
                    <a:pt x="39052" y="186405"/>
                    <a:pt x="-121" y="147232"/>
                  </a:cubicBez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3" name="Google Shape;973;p66"/>
          <p:cNvGrpSpPr/>
          <p:nvPr/>
        </p:nvGrpSpPr>
        <p:grpSpPr>
          <a:xfrm>
            <a:off x="8460734" y="8549862"/>
            <a:ext cx="509183" cy="446558"/>
            <a:chOff x="5640489" y="5699908"/>
            <a:chExt cx="339455" cy="297705"/>
          </a:xfrm>
        </p:grpSpPr>
        <p:sp>
          <p:nvSpPr>
            <p:cNvPr id="974" name="Google Shape;974;p66"/>
            <p:cNvSpPr/>
            <p:nvPr/>
          </p:nvSpPr>
          <p:spPr>
            <a:xfrm>
              <a:off x="5640489" y="5699908"/>
              <a:ext cx="339455" cy="297705"/>
            </a:xfrm>
            <a:custGeom>
              <a:rect b="b" l="l" r="r" t="t"/>
              <a:pathLst>
                <a:path extrusionOk="0" h="297705" w="339455">
                  <a:moveTo>
                    <a:pt x="0" y="0"/>
                  </a:moveTo>
                  <a:lnTo>
                    <a:pt x="0" y="297705"/>
                  </a:lnTo>
                  <a:lnTo>
                    <a:pt x="339455" y="297705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66"/>
            <p:cNvSpPr/>
            <p:nvPr/>
          </p:nvSpPr>
          <p:spPr>
            <a:xfrm>
              <a:off x="5696025" y="5714572"/>
              <a:ext cx="260334" cy="194426"/>
            </a:xfrm>
            <a:custGeom>
              <a:rect b="b" l="l" r="r" t="t"/>
              <a:pathLst>
                <a:path extrusionOk="0" h="194426" w="260334">
                  <a:moveTo>
                    <a:pt x="0" y="0"/>
                  </a:moveTo>
                  <a:lnTo>
                    <a:pt x="89508" y="92379"/>
                  </a:lnTo>
                  <a:lnTo>
                    <a:pt x="130248" y="51756"/>
                  </a:lnTo>
                  <a:lnTo>
                    <a:pt x="260334" y="194427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66"/>
            <p:cNvSpPr/>
            <p:nvPr/>
          </p:nvSpPr>
          <p:spPr>
            <a:xfrm>
              <a:off x="5879215" y="5831855"/>
              <a:ext cx="77143" cy="77143"/>
            </a:xfrm>
            <a:custGeom>
              <a:rect b="b" l="l" r="r" t="t"/>
              <a:pathLst>
                <a:path extrusionOk="0" h="77143" w="77143">
                  <a:moveTo>
                    <a:pt x="0" y="77144"/>
                  </a:moveTo>
                  <a:lnTo>
                    <a:pt x="77144" y="77144"/>
                  </a:lnTo>
                  <a:lnTo>
                    <a:pt x="77144" y="0"/>
                  </a:lnTo>
                </a:path>
              </a:pathLst>
            </a:custGeom>
            <a:noFill/>
            <a:ln cap="flat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7" name="Google Shape;977;p66"/>
          <p:cNvGrpSpPr/>
          <p:nvPr/>
        </p:nvGrpSpPr>
        <p:grpSpPr>
          <a:xfrm>
            <a:off x="6540001" y="8430520"/>
            <a:ext cx="459324" cy="685239"/>
            <a:chOff x="4360001" y="5620347"/>
            <a:chExt cx="306216" cy="456826"/>
          </a:xfrm>
        </p:grpSpPr>
        <p:grpSp>
          <p:nvGrpSpPr>
            <p:cNvPr id="978" name="Google Shape;978;p66"/>
            <p:cNvGrpSpPr/>
            <p:nvPr/>
          </p:nvGrpSpPr>
          <p:grpSpPr>
            <a:xfrm>
              <a:off x="4360001" y="5620347"/>
              <a:ext cx="306216" cy="456826"/>
              <a:chOff x="4360001" y="5620347"/>
              <a:chExt cx="306216" cy="456826"/>
            </a:xfrm>
          </p:grpSpPr>
          <p:sp>
            <p:nvSpPr>
              <p:cNvPr id="979" name="Google Shape;979;p66"/>
              <p:cNvSpPr/>
              <p:nvPr/>
            </p:nvSpPr>
            <p:spPr>
              <a:xfrm>
                <a:off x="4360001" y="5620347"/>
                <a:ext cx="306216" cy="57967"/>
              </a:xfrm>
              <a:custGeom>
                <a:rect b="b" l="l" r="r" t="t"/>
                <a:pathLst>
                  <a:path extrusionOk="0" h="57967" w="306216">
                    <a:moveTo>
                      <a:pt x="277225" y="0"/>
                    </a:moveTo>
                    <a:cubicBezTo>
                      <a:pt x="293236" y="0"/>
                      <a:pt x="306216" y="0"/>
                      <a:pt x="306216" y="0"/>
                    </a:cubicBezTo>
                    <a:lnTo>
                      <a:pt x="306216" y="57967"/>
                    </a:lnTo>
                    <a:cubicBezTo>
                      <a:pt x="306216" y="57967"/>
                      <a:pt x="293236" y="57967"/>
                      <a:pt x="277225" y="57967"/>
                    </a:cubicBezTo>
                    <a:lnTo>
                      <a:pt x="28991" y="57967"/>
                    </a:lnTo>
                    <a:cubicBezTo>
                      <a:pt x="12980" y="57967"/>
                      <a:pt x="0" y="57967"/>
                      <a:pt x="0" y="57967"/>
                    </a:cubicBezTo>
                    <a:lnTo>
                      <a:pt x="0" y="0"/>
                    </a:lnTo>
                    <a:cubicBezTo>
                      <a:pt x="0" y="0"/>
                      <a:pt x="12980" y="0"/>
                      <a:pt x="28991" y="0"/>
                    </a:cubicBezTo>
                    <a:close/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66"/>
              <p:cNvSpPr/>
              <p:nvPr/>
            </p:nvSpPr>
            <p:spPr>
              <a:xfrm>
                <a:off x="4360001" y="6019206"/>
                <a:ext cx="306216" cy="57967"/>
              </a:xfrm>
              <a:custGeom>
                <a:rect b="b" l="l" r="r" t="t"/>
                <a:pathLst>
                  <a:path extrusionOk="0" h="57967" w="306216">
                    <a:moveTo>
                      <a:pt x="277225" y="0"/>
                    </a:moveTo>
                    <a:cubicBezTo>
                      <a:pt x="293236" y="0"/>
                      <a:pt x="306216" y="0"/>
                      <a:pt x="306216" y="0"/>
                    </a:cubicBezTo>
                    <a:lnTo>
                      <a:pt x="306216" y="57968"/>
                    </a:lnTo>
                    <a:cubicBezTo>
                      <a:pt x="306216" y="57968"/>
                      <a:pt x="293236" y="57968"/>
                      <a:pt x="277225" y="57968"/>
                    </a:cubicBezTo>
                    <a:lnTo>
                      <a:pt x="28991" y="57968"/>
                    </a:lnTo>
                    <a:cubicBezTo>
                      <a:pt x="12980" y="57968"/>
                      <a:pt x="0" y="57968"/>
                      <a:pt x="0" y="57968"/>
                    </a:cubicBezTo>
                    <a:lnTo>
                      <a:pt x="0" y="0"/>
                    </a:lnTo>
                    <a:cubicBezTo>
                      <a:pt x="0" y="0"/>
                      <a:pt x="12980" y="0"/>
                      <a:pt x="28991" y="0"/>
                    </a:cubicBezTo>
                    <a:close/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66"/>
            <p:cNvGrpSpPr/>
            <p:nvPr/>
          </p:nvGrpSpPr>
          <p:grpSpPr>
            <a:xfrm>
              <a:off x="4389271" y="5678330"/>
              <a:ext cx="247676" cy="340876"/>
              <a:chOff x="4389271" y="5678330"/>
              <a:chExt cx="247676" cy="340876"/>
            </a:xfrm>
          </p:grpSpPr>
          <p:sp>
            <p:nvSpPr>
              <p:cNvPr id="982" name="Google Shape;982;p66"/>
              <p:cNvSpPr/>
              <p:nvPr/>
            </p:nvSpPr>
            <p:spPr>
              <a:xfrm>
                <a:off x="4389271" y="5678330"/>
                <a:ext cx="89844" cy="340876"/>
              </a:xfrm>
              <a:custGeom>
                <a:rect b="b" l="l" r="r" t="t"/>
                <a:pathLst>
                  <a:path extrusionOk="0" h="340876" w="89844">
                    <a:moveTo>
                      <a:pt x="-121" y="-477"/>
                    </a:moveTo>
                    <a:cubicBezTo>
                      <a:pt x="-121" y="116118"/>
                      <a:pt x="89724" y="116000"/>
                      <a:pt x="89724" y="169969"/>
                    </a:cubicBezTo>
                    <a:cubicBezTo>
                      <a:pt x="89724" y="234426"/>
                      <a:pt x="-121" y="240857"/>
                      <a:pt x="-121" y="340400"/>
                    </a:cubicBezTo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66"/>
              <p:cNvSpPr/>
              <p:nvPr/>
            </p:nvSpPr>
            <p:spPr>
              <a:xfrm>
                <a:off x="4547103" y="5678330"/>
                <a:ext cx="89844" cy="340876"/>
              </a:xfrm>
              <a:custGeom>
                <a:rect b="b" l="l" r="r" t="t"/>
                <a:pathLst>
                  <a:path extrusionOk="0" h="340876" w="89844">
                    <a:moveTo>
                      <a:pt x="89724" y="340400"/>
                    </a:moveTo>
                    <a:cubicBezTo>
                      <a:pt x="89724" y="223805"/>
                      <a:pt x="-121" y="223922"/>
                      <a:pt x="-121" y="169969"/>
                    </a:cubicBezTo>
                    <a:cubicBezTo>
                      <a:pt x="-121" y="105511"/>
                      <a:pt x="89724" y="99066"/>
                      <a:pt x="89724" y="-477"/>
                    </a:cubicBezTo>
                  </a:path>
                </a:pathLst>
              </a:custGeom>
              <a:noFill/>
              <a:ln cap="rnd" cmpd="sng" w="164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4" name="Google Shape;984;p66"/>
            <p:cNvSpPr/>
            <p:nvPr/>
          </p:nvSpPr>
          <p:spPr>
            <a:xfrm>
              <a:off x="4415947" y="5948496"/>
              <a:ext cx="194265" cy="70753"/>
            </a:xfrm>
            <a:custGeom>
              <a:rect b="b" l="l" r="r" t="t"/>
              <a:pathLst>
                <a:path extrusionOk="0" h="70753" w="194265">
                  <a:moveTo>
                    <a:pt x="-121" y="70233"/>
                  </a:moveTo>
                  <a:lnTo>
                    <a:pt x="66490" y="10171"/>
                  </a:lnTo>
                  <a:cubicBezTo>
                    <a:pt x="81784" y="-3599"/>
                    <a:pt x="104857" y="-4069"/>
                    <a:pt x="120693" y="9087"/>
                  </a:cubicBezTo>
                  <a:lnTo>
                    <a:pt x="194145" y="70277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5" name="Google Shape;985;p66"/>
          <p:cNvGrpSpPr/>
          <p:nvPr/>
        </p:nvGrpSpPr>
        <p:grpSpPr>
          <a:xfrm>
            <a:off x="10451650" y="8500464"/>
            <a:ext cx="667682" cy="567327"/>
            <a:chOff x="6967767" y="5666976"/>
            <a:chExt cx="445121" cy="378218"/>
          </a:xfrm>
        </p:grpSpPr>
        <p:sp>
          <p:nvSpPr>
            <p:cNvPr id="986" name="Google Shape;986;p66"/>
            <p:cNvSpPr/>
            <p:nvPr/>
          </p:nvSpPr>
          <p:spPr>
            <a:xfrm>
              <a:off x="6967767" y="5666976"/>
              <a:ext cx="445121" cy="233686"/>
            </a:xfrm>
            <a:custGeom>
              <a:rect b="b" l="l" r="r" t="t"/>
              <a:pathLst>
                <a:path extrusionOk="0" h="233686" w="445121">
                  <a:moveTo>
                    <a:pt x="426736" y="0"/>
                  </a:moveTo>
                  <a:cubicBezTo>
                    <a:pt x="436890" y="0"/>
                    <a:pt x="445121" y="0"/>
                    <a:pt x="445121" y="0"/>
                  </a:cubicBezTo>
                  <a:lnTo>
                    <a:pt x="445121" y="233687"/>
                  </a:lnTo>
                  <a:cubicBezTo>
                    <a:pt x="445121" y="233687"/>
                    <a:pt x="436890" y="233687"/>
                    <a:pt x="426736" y="233687"/>
                  </a:cubicBezTo>
                  <a:lnTo>
                    <a:pt x="18385" y="233687"/>
                  </a:lnTo>
                  <a:cubicBezTo>
                    <a:pt x="8231" y="233687"/>
                    <a:pt x="0" y="233687"/>
                    <a:pt x="0" y="233687"/>
                  </a:cubicBezTo>
                  <a:lnTo>
                    <a:pt x="0" y="0"/>
                  </a:lnTo>
                  <a:cubicBezTo>
                    <a:pt x="0" y="0"/>
                    <a:pt x="8231" y="0"/>
                    <a:pt x="18385" y="0"/>
                  </a:cubicBez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66"/>
            <p:cNvSpPr/>
            <p:nvPr/>
          </p:nvSpPr>
          <p:spPr>
            <a:xfrm>
              <a:off x="7132265" y="5725764"/>
              <a:ext cx="116111" cy="116110"/>
            </a:xfrm>
            <a:custGeom>
              <a:rect b="b" l="l" r="r" t="t"/>
              <a:pathLst>
                <a:path extrusionOk="0" h="116110" w="116111">
                  <a:moveTo>
                    <a:pt x="116111" y="58055"/>
                  </a:moveTo>
                  <a:cubicBezTo>
                    <a:pt x="116111" y="90118"/>
                    <a:pt x="90119" y="116111"/>
                    <a:pt x="58055" y="116111"/>
                  </a:cubicBezTo>
                  <a:cubicBezTo>
                    <a:pt x="25992" y="116111"/>
                    <a:pt x="-1" y="90119"/>
                    <a:pt x="-1" y="58055"/>
                  </a:cubicBezTo>
                  <a:cubicBezTo>
                    <a:pt x="-1" y="25992"/>
                    <a:pt x="25992" y="0"/>
                    <a:pt x="58055" y="0"/>
                  </a:cubicBezTo>
                  <a:cubicBezTo>
                    <a:pt x="90118" y="0"/>
                    <a:pt x="116111" y="25992"/>
                    <a:pt x="116111" y="58055"/>
                  </a:cubicBez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66"/>
            <p:cNvSpPr/>
            <p:nvPr/>
          </p:nvSpPr>
          <p:spPr>
            <a:xfrm>
              <a:off x="7025676" y="5761216"/>
              <a:ext cx="45207" cy="45207"/>
            </a:xfrm>
            <a:custGeom>
              <a:rect b="b" l="l" r="r" t="t"/>
              <a:pathLst>
                <a:path extrusionOk="0" h="45207" w="45207">
                  <a:moveTo>
                    <a:pt x="45208" y="22604"/>
                  </a:moveTo>
                  <a:cubicBezTo>
                    <a:pt x="45208" y="35088"/>
                    <a:pt x="35088" y="45208"/>
                    <a:pt x="22604" y="45208"/>
                  </a:cubicBezTo>
                  <a:cubicBezTo>
                    <a:pt x="10120" y="45208"/>
                    <a:pt x="0" y="35088"/>
                    <a:pt x="0" y="22604"/>
                  </a:cubicBezTo>
                  <a:cubicBezTo>
                    <a:pt x="0" y="10120"/>
                    <a:pt x="10120" y="0"/>
                    <a:pt x="22604" y="0"/>
                  </a:cubicBezTo>
                  <a:cubicBezTo>
                    <a:pt x="35088" y="0"/>
                    <a:pt x="45208" y="10120"/>
                    <a:pt x="45208" y="22604"/>
                  </a:cubicBez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66"/>
            <p:cNvSpPr/>
            <p:nvPr/>
          </p:nvSpPr>
          <p:spPr>
            <a:xfrm>
              <a:off x="7308761" y="5761216"/>
              <a:ext cx="45207" cy="45207"/>
            </a:xfrm>
            <a:custGeom>
              <a:rect b="b" l="l" r="r" t="t"/>
              <a:pathLst>
                <a:path extrusionOk="0" h="45207" w="45207">
                  <a:moveTo>
                    <a:pt x="45208" y="22604"/>
                  </a:moveTo>
                  <a:cubicBezTo>
                    <a:pt x="45208" y="35088"/>
                    <a:pt x="35088" y="45208"/>
                    <a:pt x="22604" y="45208"/>
                  </a:cubicBezTo>
                  <a:cubicBezTo>
                    <a:pt x="10120" y="45208"/>
                    <a:pt x="0" y="35088"/>
                    <a:pt x="0" y="22604"/>
                  </a:cubicBezTo>
                  <a:cubicBezTo>
                    <a:pt x="0" y="10120"/>
                    <a:pt x="10120" y="0"/>
                    <a:pt x="22604" y="0"/>
                  </a:cubicBezTo>
                  <a:cubicBezTo>
                    <a:pt x="35088" y="0"/>
                    <a:pt x="45208" y="10120"/>
                    <a:pt x="45208" y="22604"/>
                  </a:cubicBezTo>
                  <a:close/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66"/>
            <p:cNvSpPr/>
            <p:nvPr/>
          </p:nvSpPr>
          <p:spPr>
            <a:xfrm>
              <a:off x="6967767" y="5943967"/>
              <a:ext cx="445121" cy="14649"/>
            </a:xfrm>
            <a:custGeom>
              <a:rect b="b" l="l" r="r" t="t"/>
              <a:pathLst>
                <a:path extrusionOk="0" h="14649" w="445121">
                  <a:moveTo>
                    <a:pt x="0" y="0"/>
                  </a:moveTo>
                  <a:lnTo>
                    <a:pt x="445121" y="0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66"/>
            <p:cNvSpPr/>
            <p:nvPr/>
          </p:nvSpPr>
          <p:spPr>
            <a:xfrm>
              <a:off x="6967767" y="5987256"/>
              <a:ext cx="445121" cy="14649"/>
            </a:xfrm>
            <a:custGeom>
              <a:rect b="b" l="l" r="r" t="t"/>
              <a:pathLst>
                <a:path extrusionOk="0" h="14649" w="445121">
                  <a:moveTo>
                    <a:pt x="0" y="0"/>
                  </a:moveTo>
                  <a:lnTo>
                    <a:pt x="445121" y="0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66"/>
            <p:cNvSpPr/>
            <p:nvPr/>
          </p:nvSpPr>
          <p:spPr>
            <a:xfrm>
              <a:off x="6967767" y="6030545"/>
              <a:ext cx="445121" cy="14649"/>
            </a:xfrm>
            <a:custGeom>
              <a:rect b="b" l="l" r="r" t="t"/>
              <a:pathLst>
                <a:path extrusionOk="0" h="14649" w="445121">
                  <a:moveTo>
                    <a:pt x="0" y="0"/>
                  </a:moveTo>
                  <a:lnTo>
                    <a:pt x="445121" y="0"/>
                  </a:lnTo>
                </a:path>
              </a:pathLst>
            </a:custGeom>
            <a:noFill/>
            <a:ln cap="rnd" cmpd="sng" w="164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3" name="Google Shape;993;p66"/>
          <p:cNvGrpSpPr/>
          <p:nvPr/>
        </p:nvGrpSpPr>
        <p:grpSpPr>
          <a:xfrm>
            <a:off x="12306878" y="8531735"/>
            <a:ext cx="784099" cy="482835"/>
            <a:chOff x="8204585" y="5687823"/>
            <a:chExt cx="522733" cy="321890"/>
          </a:xfrm>
        </p:grpSpPr>
        <p:sp>
          <p:nvSpPr>
            <p:cNvPr id="994" name="Google Shape;994;p66"/>
            <p:cNvSpPr/>
            <p:nvPr/>
          </p:nvSpPr>
          <p:spPr>
            <a:xfrm>
              <a:off x="8634075" y="5719509"/>
              <a:ext cx="93243" cy="289391"/>
            </a:xfrm>
            <a:custGeom>
              <a:rect b="b" l="l" r="r" t="t"/>
              <a:pathLst>
                <a:path extrusionOk="0" h="289391" w="93243">
                  <a:moveTo>
                    <a:pt x="-121" y="243113"/>
                  </a:moveTo>
                  <a:cubicBezTo>
                    <a:pt x="334" y="268867"/>
                    <a:pt x="21575" y="289362"/>
                    <a:pt x="47328" y="288908"/>
                  </a:cubicBezTo>
                  <a:cubicBezTo>
                    <a:pt x="72438" y="288468"/>
                    <a:pt x="92683" y="268222"/>
                    <a:pt x="93123" y="243113"/>
                  </a:cubicBezTo>
                  <a:lnTo>
                    <a:pt x="93123" y="-477"/>
                  </a:lnTo>
                  <a:lnTo>
                    <a:pt x="-121" y="-477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66"/>
            <p:cNvSpPr/>
            <p:nvPr/>
          </p:nvSpPr>
          <p:spPr>
            <a:xfrm>
              <a:off x="8204585" y="5687823"/>
              <a:ext cx="476105" cy="321890"/>
            </a:xfrm>
            <a:custGeom>
              <a:rect b="b" l="l" r="r" t="t"/>
              <a:pathLst>
                <a:path extrusionOk="0" h="321890" w="476105">
                  <a:moveTo>
                    <a:pt x="429370" y="272778"/>
                  </a:moveTo>
                  <a:lnTo>
                    <a:pt x="429370" y="-477"/>
                  </a:lnTo>
                  <a:lnTo>
                    <a:pt x="-121" y="-477"/>
                  </a:lnTo>
                  <a:lnTo>
                    <a:pt x="-121" y="274799"/>
                  </a:lnTo>
                  <a:cubicBezTo>
                    <a:pt x="-135" y="300538"/>
                    <a:pt x="20725" y="321399"/>
                    <a:pt x="46464" y="321414"/>
                  </a:cubicBezTo>
                  <a:cubicBezTo>
                    <a:pt x="46479" y="321414"/>
                    <a:pt x="46479" y="321414"/>
                    <a:pt x="46494" y="321414"/>
                  </a:cubicBezTo>
                  <a:lnTo>
                    <a:pt x="475985" y="321414"/>
                  </a:lnTo>
                </a:path>
              </a:pathLst>
            </a:custGeom>
            <a:noFill/>
            <a:ln cap="flat" cmpd="sng" w="182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6" name="Google Shape;996;p66"/>
            <p:cNvGrpSpPr/>
            <p:nvPr/>
          </p:nvGrpSpPr>
          <p:grpSpPr>
            <a:xfrm>
              <a:off x="8265746" y="5763545"/>
              <a:ext cx="307212" cy="185094"/>
              <a:chOff x="8265746" y="5763545"/>
              <a:chExt cx="307212" cy="185094"/>
            </a:xfrm>
          </p:grpSpPr>
          <p:sp>
            <p:nvSpPr>
              <p:cNvPr id="997" name="Google Shape;997;p66"/>
              <p:cNvSpPr/>
              <p:nvPr/>
            </p:nvSpPr>
            <p:spPr>
              <a:xfrm>
                <a:off x="8403553" y="5763545"/>
                <a:ext cx="169405" cy="14649"/>
              </a:xfrm>
              <a:custGeom>
                <a:rect b="b" l="l" r="r" t="t"/>
                <a:pathLst>
                  <a:path extrusionOk="0" h="14649" w="169405">
                    <a:moveTo>
                      <a:pt x="0" y="0"/>
                    </a:moveTo>
                    <a:lnTo>
                      <a:pt x="169405" y="0"/>
                    </a:lnTo>
                  </a:path>
                </a:pathLst>
              </a:custGeom>
              <a:noFill/>
              <a:ln cap="flat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66"/>
              <p:cNvSpPr/>
              <p:nvPr/>
            </p:nvSpPr>
            <p:spPr>
              <a:xfrm>
                <a:off x="8403553" y="5820355"/>
                <a:ext cx="169405" cy="14649"/>
              </a:xfrm>
              <a:custGeom>
                <a:rect b="b" l="l" r="r" t="t"/>
                <a:pathLst>
                  <a:path extrusionOk="0" h="14649" w="169405">
                    <a:moveTo>
                      <a:pt x="0" y="0"/>
                    </a:moveTo>
                    <a:lnTo>
                      <a:pt x="169405" y="0"/>
                    </a:lnTo>
                  </a:path>
                </a:pathLst>
              </a:custGeom>
              <a:noFill/>
              <a:ln cap="flat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66"/>
              <p:cNvSpPr/>
              <p:nvPr/>
            </p:nvSpPr>
            <p:spPr>
              <a:xfrm>
                <a:off x="8403553" y="5877166"/>
                <a:ext cx="169405" cy="14649"/>
              </a:xfrm>
              <a:custGeom>
                <a:rect b="b" l="l" r="r" t="t"/>
                <a:pathLst>
                  <a:path extrusionOk="0" h="14649" w="169405">
                    <a:moveTo>
                      <a:pt x="0" y="0"/>
                    </a:moveTo>
                    <a:lnTo>
                      <a:pt x="169405" y="0"/>
                    </a:lnTo>
                  </a:path>
                </a:pathLst>
              </a:custGeom>
              <a:noFill/>
              <a:ln cap="flat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66"/>
              <p:cNvSpPr/>
              <p:nvPr/>
            </p:nvSpPr>
            <p:spPr>
              <a:xfrm>
                <a:off x="8265746" y="5933990"/>
                <a:ext cx="307212" cy="14649"/>
              </a:xfrm>
              <a:custGeom>
                <a:rect b="b" l="l" r="r" t="t"/>
                <a:pathLst>
                  <a:path extrusionOk="0" h="14649" w="307212">
                    <a:moveTo>
                      <a:pt x="0" y="0"/>
                    </a:moveTo>
                    <a:lnTo>
                      <a:pt x="307212" y="0"/>
                    </a:lnTo>
                  </a:path>
                </a:pathLst>
              </a:custGeom>
              <a:noFill/>
              <a:ln cap="flat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66"/>
              <p:cNvSpPr/>
              <p:nvPr/>
            </p:nvSpPr>
            <p:spPr>
              <a:xfrm>
                <a:off x="8265746" y="5763545"/>
                <a:ext cx="76484" cy="113635"/>
              </a:xfrm>
              <a:custGeom>
                <a:rect b="b" l="l" r="r" t="t"/>
                <a:pathLst>
                  <a:path extrusionOk="0" h="113635" w="76484">
                    <a:moveTo>
                      <a:pt x="0" y="0"/>
                    </a:moveTo>
                    <a:lnTo>
                      <a:pt x="76485" y="0"/>
                    </a:lnTo>
                    <a:lnTo>
                      <a:pt x="76485" y="113635"/>
                    </a:lnTo>
                    <a:lnTo>
                      <a:pt x="0" y="113635"/>
                    </a:lnTo>
                    <a:close/>
                  </a:path>
                </a:pathLst>
              </a:custGeom>
              <a:noFill/>
              <a:ln cap="flat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2" name="Google Shape;1002;p66"/>
          <p:cNvGrpSpPr/>
          <p:nvPr/>
        </p:nvGrpSpPr>
        <p:grpSpPr>
          <a:xfrm>
            <a:off x="14396986" y="8438391"/>
            <a:ext cx="826400" cy="669502"/>
            <a:chOff x="9597991" y="5625594"/>
            <a:chExt cx="550933" cy="446335"/>
          </a:xfrm>
        </p:grpSpPr>
        <p:grpSp>
          <p:nvGrpSpPr>
            <p:cNvPr id="1003" name="Google Shape;1003;p66"/>
            <p:cNvGrpSpPr/>
            <p:nvPr/>
          </p:nvGrpSpPr>
          <p:grpSpPr>
            <a:xfrm>
              <a:off x="9907942" y="5625637"/>
              <a:ext cx="240982" cy="310888"/>
              <a:chOff x="9907942" y="5625637"/>
              <a:chExt cx="240982" cy="310888"/>
            </a:xfrm>
          </p:grpSpPr>
          <p:grpSp>
            <p:nvGrpSpPr>
              <p:cNvPr id="1004" name="Google Shape;1004;p66"/>
              <p:cNvGrpSpPr/>
              <p:nvPr/>
            </p:nvGrpSpPr>
            <p:grpSpPr>
              <a:xfrm>
                <a:off x="9907942" y="5625637"/>
                <a:ext cx="240982" cy="310888"/>
                <a:chOff x="9907942" y="5625637"/>
                <a:chExt cx="240982" cy="310888"/>
              </a:xfrm>
            </p:grpSpPr>
            <p:sp>
              <p:nvSpPr>
                <p:cNvPr id="1005" name="Google Shape;1005;p66"/>
                <p:cNvSpPr/>
                <p:nvPr/>
              </p:nvSpPr>
              <p:spPr>
                <a:xfrm>
                  <a:off x="9907942" y="5625637"/>
                  <a:ext cx="171028" cy="146213"/>
                </a:xfrm>
                <a:custGeom>
                  <a:rect b="b" l="l" r="r" t="t"/>
                  <a:pathLst>
                    <a:path extrusionOk="0" h="146213" w="171028">
                      <a:moveTo>
                        <a:pt x="-121" y="145737"/>
                      </a:moveTo>
                      <a:cubicBezTo>
                        <a:pt x="13401" y="130868"/>
                        <a:pt x="29984" y="119104"/>
                        <a:pt x="48486" y="111267"/>
                      </a:cubicBezTo>
                      <a:lnTo>
                        <a:pt x="49043" y="111033"/>
                      </a:lnTo>
                      <a:cubicBezTo>
                        <a:pt x="25296" y="81573"/>
                        <a:pt x="29926" y="38445"/>
                        <a:pt x="59385" y="14698"/>
                      </a:cubicBezTo>
                      <a:cubicBezTo>
                        <a:pt x="88860" y="-9048"/>
                        <a:pt x="131988" y="-4419"/>
                        <a:pt x="155735" y="25040"/>
                      </a:cubicBezTo>
                      <a:cubicBezTo>
                        <a:pt x="179481" y="54501"/>
                        <a:pt x="174852" y="97644"/>
                        <a:pt x="145377" y="121376"/>
                      </a:cubicBezTo>
                      <a:cubicBezTo>
                        <a:pt x="133204" y="131205"/>
                        <a:pt x="118027" y="136552"/>
                        <a:pt x="102381" y="136552"/>
                      </a:cubicBezTo>
                    </a:path>
                  </a:pathLst>
                </a:custGeom>
                <a:noFill/>
                <a:ln cap="rnd" cmpd="sng" w="182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66"/>
                <p:cNvSpPr/>
                <p:nvPr/>
              </p:nvSpPr>
              <p:spPr>
                <a:xfrm>
                  <a:off x="9994739" y="5737162"/>
                  <a:ext cx="154185" cy="199363"/>
                </a:xfrm>
                <a:custGeom>
                  <a:rect b="b" l="l" r="r" t="t"/>
                  <a:pathLst>
                    <a:path extrusionOk="0" h="199363" w="154185">
                      <a:moveTo>
                        <a:pt x="68937" y="-477"/>
                      </a:moveTo>
                      <a:cubicBezTo>
                        <a:pt x="120502" y="21057"/>
                        <a:pt x="154079" y="71467"/>
                        <a:pt x="154064" y="127354"/>
                      </a:cubicBezTo>
                      <a:lnTo>
                        <a:pt x="154064" y="172767"/>
                      </a:lnTo>
                      <a:cubicBezTo>
                        <a:pt x="154079" y="187182"/>
                        <a:pt x="142389" y="198872"/>
                        <a:pt x="127974" y="198887"/>
                      </a:cubicBezTo>
                      <a:cubicBezTo>
                        <a:pt x="127974" y="198887"/>
                        <a:pt x="127959" y="198887"/>
                        <a:pt x="127959" y="198887"/>
                      </a:cubicBezTo>
                      <a:lnTo>
                        <a:pt x="-121" y="198887"/>
                      </a:lnTo>
                    </a:path>
                  </a:pathLst>
                </a:custGeom>
                <a:noFill/>
                <a:ln cap="rnd" cmpd="sng" w="182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07" name="Google Shape;1007;p66"/>
              <p:cNvSpPr/>
              <p:nvPr/>
            </p:nvSpPr>
            <p:spPr>
              <a:xfrm>
                <a:off x="10010444" y="5737162"/>
                <a:ext cx="53353" cy="25519"/>
              </a:xfrm>
              <a:custGeom>
                <a:rect b="b" l="l" r="r" t="t"/>
                <a:pathLst>
                  <a:path extrusionOk="0" h="25519" w="53353">
                    <a:moveTo>
                      <a:pt x="53233" y="-477"/>
                    </a:moveTo>
                    <a:cubicBezTo>
                      <a:pt x="40238" y="15681"/>
                      <a:pt x="20608" y="25057"/>
                      <a:pt x="-121" y="25043"/>
                    </a:cubicBezTo>
                  </a:path>
                </a:pathLst>
              </a:custGeom>
              <a:noFill/>
              <a:ln cap="rnd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8" name="Google Shape;1008;p66"/>
            <p:cNvGrpSpPr/>
            <p:nvPr/>
          </p:nvGrpSpPr>
          <p:grpSpPr>
            <a:xfrm>
              <a:off x="9733482" y="5761071"/>
              <a:ext cx="276961" cy="310858"/>
              <a:chOff x="9733482" y="5761071"/>
              <a:chExt cx="276961" cy="310858"/>
            </a:xfrm>
          </p:grpSpPr>
          <p:sp>
            <p:nvSpPr>
              <p:cNvPr id="1009" name="Google Shape;1009;p66"/>
              <p:cNvSpPr/>
              <p:nvPr/>
            </p:nvSpPr>
            <p:spPr>
              <a:xfrm>
                <a:off x="9733482" y="5761071"/>
                <a:ext cx="276961" cy="310858"/>
              </a:xfrm>
              <a:custGeom>
                <a:rect b="b" l="l" r="r" t="t"/>
                <a:pathLst>
                  <a:path extrusionOk="0" h="310858" w="276961">
                    <a:moveTo>
                      <a:pt x="191713" y="111033"/>
                    </a:moveTo>
                    <a:cubicBezTo>
                      <a:pt x="243279" y="132567"/>
                      <a:pt x="276841" y="182975"/>
                      <a:pt x="276841" y="238849"/>
                    </a:cubicBezTo>
                    <a:lnTo>
                      <a:pt x="276841" y="284261"/>
                    </a:lnTo>
                    <a:cubicBezTo>
                      <a:pt x="276855" y="298676"/>
                      <a:pt x="265165" y="310367"/>
                      <a:pt x="250750" y="310381"/>
                    </a:cubicBezTo>
                    <a:cubicBezTo>
                      <a:pt x="250750" y="310381"/>
                      <a:pt x="250736" y="310381"/>
                      <a:pt x="250736" y="310381"/>
                    </a:cubicBezTo>
                    <a:lnTo>
                      <a:pt x="25999" y="310381"/>
                    </a:lnTo>
                    <a:cubicBezTo>
                      <a:pt x="11570" y="310381"/>
                      <a:pt x="-121" y="298692"/>
                      <a:pt x="-121" y="284261"/>
                    </a:cubicBezTo>
                    <a:lnTo>
                      <a:pt x="-121" y="238849"/>
                    </a:lnTo>
                    <a:cubicBezTo>
                      <a:pt x="-121" y="183181"/>
                      <a:pt x="33192" y="132934"/>
                      <a:pt x="84465" y="111252"/>
                    </a:cubicBezTo>
                    <a:lnTo>
                      <a:pt x="85022" y="111033"/>
                    </a:lnTo>
                    <a:cubicBezTo>
                      <a:pt x="61275" y="81572"/>
                      <a:pt x="65904" y="38445"/>
                      <a:pt x="95364" y="14698"/>
                    </a:cubicBezTo>
                    <a:cubicBezTo>
                      <a:pt x="124839" y="-9048"/>
                      <a:pt x="167966" y="-4419"/>
                      <a:pt x="191713" y="25041"/>
                    </a:cubicBezTo>
                    <a:cubicBezTo>
                      <a:pt x="215460" y="54501"/>
                      <a:pt x="210831" y="97644"/>
                      <a:pt x="181356" y="121375"/>
                    </a:cubicBezTo>
                    <a:cubicBezTo>
                      <a:pt x="169182" y="131205"/>
                      <a:pt x="154005" y="136552"/>
                      <a:pt x="138360" y="136552"/>
                    </a:cubicBezTo>
                  </a:path>
                </a:pathLst>
              </a:custGeom>
              <a:noFill/>
              <a:ln cap="rnd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66"/>
              <p:cNvSpPr/>
              <p:nvPr/>
            </p:nvSpPr>
            <p:spPr>
              <a:xfrm>
                <a:off x="9871963" y="5872565"/>
                <a:ext cx="53353" cy="25534"/>
              </a:xfrm>
              <a:custGeom>
                <a:rect b="b" l="l" r="r" t="t"/>
                <a:pathLst>
                  <a:path extrusionOk="0" h="25534" w="53353">
                    <a:moveTo>
                      <a:pt x="53233" y="-477"/>
                    </a:moveTo>
                    <a:cubicBezTo>
                      <a:pt x="40238" y="15682"/>
                      <a:pt x="20623" y="25072"/>
                      <a:pt x="-121" y="25058"/>
                    </a:cubicBezTo>
                  </a:path>
                </a:pathLst>
              </a:custGeom>
              <a:noFill/>
              <a:ln cap="rnd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66"/>
            <p:cNvGrpSpPr/>
            <p:nvPr/>
          </p:nvGrpSpPr>
          <p:grpSpPr>
            <a:xfrm>
              <a:off x="9597991" y="5625594"/>
              <a:ext cx="239647" cy="310872"/>
              <a:chOff x="9597991" y="5625594"/>
              <a:chExt cx="239647" cy="310872"/>
            </a:xfrm>
          </p:grpSpPr>
          <p:grpSp>
            <p:nvGrpSpPr>
              <p:cNvPr id="1012" name="Google Shape;1012;p66"/>
              <p:cNvGrpSpPr/>
              <p:nvPr/>
            </p:nvGrpSpPr>
            <p:grpSpPr>
              <a:xfrm>
                <a:off x="9597991" y="5625594"/>
                <a:ext cx="239647" cy="310872"/>
                <a:chOff x="9597991" y="5625594"/>
                <a:chExt cx="239647" cy="310872"/>
              </a:xfrm>
            </p:grpSpPr>
            <p:sp>
              <p:nvSpPr>
                <p:cNvPr id="1013" name="Google Shape;1013;p66"/>
                <p:cNvSpPr/>
                <p:nvPr/>
              </p:nvSpPr>
              <p:spPr>
                <a:xfrm>
                  <a:off x="9597991" y="5625594"/>
                  <a:ext cx="207006" cy="310872"/>
                </a:xfrm>
                <a:custGeom>
                  <a:rect b="b" l="l" r="r" t="t"/>
                  <a:pathLst>
                    <a:path extrusionOk="0" h="310872" w="207006">
                      <a:moveTo>
                        <a:pt x="151090" y="310396"/>
                      </a:moveTo>
                      <a:lnTo>
                        <a:pt x="25999" y="310396"/>
                      </a:lnTo>
                      <a:cubicBezTo>
                        <a:pt x="11569" y="310396"/>
                        <a:pt x="-121" y="298706"/>
                        <a:pt x="-121" y="284277"/>
                      </a:cubicBezTo>
                      <a:lnTo>
                        <a:pt x="-121" y="238863"/>
                      </a:lnTo>
                      <a:cubicBezTo>
                        <a:pt x="-121" y="183195"/>
                        <a:pt x="33192" y="132933"/>
                        <a:pt x="84465" y="111267"/>
                      </a:cubicBezTo>
                      <a:lnTo>
                        <a:pt x="85021" y="111032"/>
                      </a:lnTo>
                      <a:cubicBezTo>
                        <a:pt x="61275" y="81573"/>
                        <a:pt x="65903" y="38430"/>
                        <a:pt x="95363" y="14698"/>
                      </a:cubicBezTo>
                      <a:cubicBezTo>
                        <a:pt x="124838" y="-9048"/>
                        <a:pt x="167966" y="-4419"/>
                        <a:pt x="191713" y="25040"/>
                      </a:cubicBezTo>
                      <a:cubicBezTo>
                        <a:pt x="215459" y="54500"/>
                        <a:pt x="210830" y="97628"/>
                        <a:pt x="181356" y="121375"/>
                      </a:cubicBezTo>
                      <a:cubicBezTo>
                        <a:pt x="169181" y="131205"/>
                        <a:pt x="154005" y="136552"/>
                        <a:pt x="138359" y="136552"/>
                      </a:cubicBezTo>
                    </a:path>
                  </a:pathLst>
                </a:custGeom>
                <a:noFill/>
                <a:ln cap="rnd" cmpd="sng" w="182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66"/>
                <p:cNvSpPr/>
                <p:nvPr/>
              </p:nvSpPr>
              <p:spPr>
                <a:xfrm>
                  <a:off x="9789897" y="5737162"/>
                  <a:ext cx="47741" cy="33181"/>
                </a:xfrm>
                <a:custGeom>
                  <a:rect b="b" l="l" r="r" t="t"/>
                  <a:pathLst>
                    <a:path extrusionOk="0" h="33181" w="47741">
                      <a:moveTo>
                        <a:pt x="-121" y="-477"/>
                      </a:moveTo>
                      <a:cubicBezTo>
                        <a:pt x="17957" y="7082"/>
                        <a:pt x="34232" y="18391"/>
                        <a:pt x="47621" y="32704"/>
                      </a:cubicBezTo>
                    </a:path>
                  </a:pathLst>
                </a:custGeom>
                <a:noFill/>
                <a:ln cap="rnd" cmpd="sng" w="182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5" name="Google Shape;1015;p66"/>
              <p:cNvSpPr/>
              <p:nvPr/>
            </p:nvSpPr>
            <p:spPr>
              <a:xfrm>
                <a:off x="9736544" y="5737162"/>
                <a:ext cx="53353" cy="25519"/>
              </a:xfrm>
              <a:custGeom>
                <a:rect b="b" l="l" r="r" t="t"/>
                <a:pathLst>
                  <a:path extrusionOk="0" h="25519" w="53353">
                    <a:moveTo>
                      <a:pt x="53233" y="-477"/>
                    </a:moveTo>
                    <a:cubicBezTo>
                      <a:pt x="40238" y="15681"/>
                      <a:pt x="20609" y="25057"/>
                      <a:pt x="-121" y="25043"/>
                    </a:cubicBezTo>
                  </a:path>
                </a:pathLst>
              </a:custGeom>
              <a:noFill/>
              <a:ln cap="rnd" cmpd="sng" w="182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6" name="Google Shape;1016;p66"/>
          <p:cNvSpPr/>
          <p:nvPr/>
        </p:nvSpPr>
        <p:spPr>
          <a:xfrm>
            <a:off x="16450134" y="8517143"/>
            <a:ext cx="395839" cy="511840"/>
          </a:xfrm>
          <a:custGeom>
            <a:rect b="b" l="l" r="r" t="t"/>
            <a:pathLst>
              <a:path extrusionOk="0" h="341227" w="263893">
                <a:moveTo>
                  <a:pt x="152276" y="-477"/>
                </a:moveTo>
                <a:lnTo>
                  <a:pt x="152276" y="110624"/>
                </a:lnTo>
                <a:lnTo>
                  <a:pt x="263773" y="111019"/>
                </a:lnTo>
                <a:lnTo>
                  <a:pt x="152276" y="-477"/>
                </a:lnTo>
                <a:lnTo>
                  <a:pt x="15012" y="-477"/>
                </a:lnTo>
                <a:cubicBezTo>
                  <a:pt x="6661" y="-492"/>
                  <a:pt x="-106" y="6277"/>
                  <a:pt x="-121" y="14627"/>
                </a:cubicBezTo>
                <a:cubicBezTo>
                  <a:pt x="-121" y="14641"/>
                  <a:pt x="-121" y="14641"/>
                  <a:pt x="-121" y="14656"/>
                </a:cubicBezTo>
                <a:lnTo>
                  <a:pt x="-121" y="325618"/>
                </a:lnTo>
                <a:cubicBezTo>
                  <a:pt x="-136" y="333968"/>
                  <a:pt x="6633" y="340737"/>
                  <a:pt x="14982" y="340751"/>
                </a:cubicBezTo>
                <a:cubicBezTo>
                  <a:pt x="14997" y="340751"/>
                  <a:pt x="14997" y="340751"/>
                  <a:pt x="15012" y="340751"/>
                </a:cubicBezTo>
                <a:lnTo>
                  <a:pt x="248626" y="340751"/>
                </a:lnTo>
                <a:cubicBezTo>
                  <a:pt x="256990" y="340765"/>
                  <a:pt x="263759" y="333998"/>
                  <a:pt x="263773" y="325633"/>
                </a:cubicBezTo>
                <a:cubicBezTo>
                  <a:pt x="263773" y="325633"/>
                  <a:pt x="263773" y="325618"/>
                  <a:pt x="263773" y="325618"/>
                </a:cubicBezTo>
                <a:lnTo>
                  <a:pt x="263773" y="111078"/>
                </a:lnTo>
              </a:path>
            </a:pathLst>
          </a:custGeom>
          <a:noFill/>
          <a:ln cap="rnd" cmpd="sng" w="1640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7"/>
          <p:cNvSpPr txBox="1"/>
          <p:nvPr/>
        </p:nvSpPr>
        <p:spPr>
          <a:xfrm>
            <a:off x="718456" y="2534799"/>
            <a:ext cx="27036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Use These As Needed</a:t>
            </a:r>
            <a:endParaRPr sz="2200"/>
          </a:p>
          <a:p>
            <a:pPr indent="0" lvl="0" mar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023" name="Google Shape;1023;p67"/>
          <p:cNvCxnSpPr/>
          <p:nvPr/>
        </p:nvCxnSpPr>
        <p:spPr>
          <a:xfrm>
            <a:off x="874931" y="1380393"/>
            <a:ext cx="1252800" cy="0"/>
          </a:xfrm>
          <a:prstGeom prst="straightConnector1">
            <a:avLst/>
          </a:prstGeom>
          <a:noFill/>
          <a:ln cap="flat" cmpd="sng" w="9525">
            <a:solidFill>
              <a:srgbClr val="009B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4" name="Google Shape;1024;p67"/>
          <p:cNvSpPr txBox="1"/>
          <p:nvPr/>
        </p:nvSpPr>
        <p:spPr>
          <a:xfrm>
            <a:off x="743046" y="585194"/>
            <a:ext cx="98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Picons</a:t>
            </a:r>
            <a:endParaRPr sz="3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25" name="Google Shape;1025;p67"/>
          <p:cNvGrpSpPr/>
          <p:nvPr/>
        </p:nvGrpSpPr>
        <p:grpSpPr>
          <a:xfrm>
            <a:off x="6145083" y="5895555"/>
            <a:ext cx="795732" cy="319458"/>
            <a:chOff x="4096722" y="3930370"/>
            <a:chExt cx="530488" cy="212972"/>
          </a:xfrm>
        </p:grpSpPr>
        <p:grpSp>
          <p:nvGrpSpPr>
            <p:cNvPr id="1026" name="Google Shape;1026;p67"/>
            <p:cNvGrpSpPr/>
            <p:nvPr/>
          </p:nvGrpSpPr>
          <p:grpSpPr>
            <a:xfrm>
              <a:off x="4437363" y="3930370"/>
              <a:ext cx="189847" cy="212972"/>
              <a:chOff x="4437363" y="3930370"/>
              <a:chExt cx="189847" cy="212972"/>
            </a:xfrm>
          </p:grpSpPr>
          <p:sp>
            <p:nvSpPr>
              <p:cNvPr id="1027" name="Google Shape;1027;p67"/>
              <p:cNvSpPr/>
              <p:nvPr/>
            </p:nvSpPr>
            <p:spPr>
              <a:xfrm>
                <a:off x="4437363" y="3930370"/>
                <a:ext cx="189847" cy="212972"/>
              </a:xfrm>
              <a:custGeom>
                <a:rect b="b" l="l" r="r" t="t"/>
                <a:pathLst>
                  <a:path extrusionOk="0" h="212972" w="189847">
                    <a:moveTo>
                      <a:pt x="131372" y="75491"/>
                    </a:moveTo>
                    <a:cubicBezTo>
                      <a:pt x="166724" y="90393"/>
                      <a:pt x="189726" y="124919"/>
                      <a:pt x="189726" y="163134"/>
                    </a:cubicBezTo>
                    <a:lnTo>
                      <a:pt x="189726" y="194266"/>
                    </a:lnTo>
                    <a:cubicBezTo>
                      <a:pt x="189726" y="204151"/>
                      <a:pt x="181714" y="212119"/>
                      <a:pt x="171829" y="212119"/>
                    </a:cubicBezTo>
                    <a:lnTo>
                      <a:pt x="17776" y="212119"/>
                    </a:lnTo>
                    <a:cubicBezTo>
                      <a:pt x="7890" y="212119"/>
                      <a:pt x="-122" y="204151"/>
                      <a:pt x="-122" y="194266"/>
                    </a:cubicBezTo>
                    <a:lnTo>
                      <a:pt x="-122" y="163134"/>
                    </a:lnTo>
                    <a:cubicBezTo>
                      <a:pt x="-137" y="125066"/>
                      <a:pt x="22704" y="90541"/>
                      <a:pt x="57849" y="75786"/>
                    </a:cubicBezTo>
                    <a:lnTo>
                      <a:pt x="58233" y="75491"/>
                    </a:lnTo>
                    <a:cubicBezTo>
                      <a:pt x="41959" y="55425"/>
                      <a:pt x="45116" y="25768"/>
                      <a:pt x="65315" y="9538"/>
                    </a:cubicBezTo>
                    <a:cubicBezTo>
                      <a:pt x="85499" y="-6692"/>
                      <a:pt x="115068" y="-3594"/>
                      <a:pt x="131357" y="16620"/>
                    </a:cubicBezTo>
                    <a:cubicBezTo>
                      <a:pt x="147631" y="36834"/>
                      <a:pt x="144459" y="66343"/>
                      <a:pt x="124275" y="82573"/>
                    </a:cubicBezTo>
                    <a:cubicBezTo>
                      <a:pt x="115924" y="89361"/>
                      <a:pt x="105521" y="93050"/>
                      <a:pt x="94795" y="93050"/>
                    </a:cubicBezTo>
                  </a:path>
                </a:pathLst>
              </a:custGeom>
              <a:noFill/>
              <a:ln cap="sq" cmpd="sng" w="150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67"/>
              <p:cNvSpPr/>
              <p:nvPr/>
            </p:nvSpPr>
            <p:spPr>
              <a:xfrm>
                <a:off x="4532279" y="4006714"/>
                <a:ext cx="36576" cy="17558"/>
              </a:xfrm>
              <a:custGeom>
                <a:rect b="b" l="l" r="r" t="t"/>
                <a:pathLst>
                  <a:path extrusionOk="0" h="17558" w="36576">
                    <a:moveTo>
                      <a:pt x="36455" y="-853"/>
                    </a:moveTo>
                    <a:cubicBezTo>
                      <a:pt x="27543" y="10361"/>
                      <a:pt x="14087" y="16706"/>
                      <a:pt x="-122" y="16706"/>
                    </a:cubicBezTo>
                  </a:path>
                </a:pathLst>
              </a:custGeom>
              <a:noFill/>
              <a:ln cap="sq" cmpd="sng" w="150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9" name="Google Shape;1029;p67"/>
            <p:cNvGrpSpPr/>
            <p:nvPr/>
          </p:nvGrpSpPr>
          <p:grpSpPr>
            <a:xfrm>
              <a:off x="4096722" y="3930370"/>
              <a:ext cx="189862" cy="212972"/>
              <a:chOff x="4096722" y="3930370"/>
              <a:chExt cx="189862" cy="212972"/>
            </a:xfrm>
          </p:grpSpPr>
          <p:sp>
            <p:nvSpPr>
              <p:cNvPr id="1030" name="Google Shape;1030;p67"/>
              <p:cNvSpPr/>
              <p:nvPr/>
            </p:nvSpPr>
            <p:spPr>
              <a:xfrm>
                <a:off x="4096722" y="3930370"/>
                <a:ext cx="189862" cy="212972"/>
              </a:xfrm>
              <a:custGeom>
                <a:rect b="b" l="l" r="r" t="t"/>
                <a:pathLst>
                  <a:path extrusionOk="0" h="212972" w="189862">
                    <a:moveTo>
                      <a:pt x="131386" y="75491"/>
                    </a:moveTo>
                    <a:cubicBezTo>
                      <a:pt x="166739" y="90393"/>
                      <a:pt x="189741" y="124919"/>
                      <a:pt x="189741" y="163134"/>
                    </a:cubicBezTo>
                    <a:lnTo>
                      <a:pt x="189741" y="194266"/>
                    </a:lnTo>
                    <a:cubicBezTo>
                      <a:pt x="189741" y="204151"/>
                      <a:pt x="181729" y="212119"/>
                      <a:pt x="171844" y="212119"/>
                    </a:cubicBezTo>
                    <a:lnTo>
                      <a:pt x="17776" y="212119"/>
                    </a:lnTo>
                    <a:cubicBezTo>
                      <a:pt x="7890" y="212119"/>
                      <a:pt x="-122" y="204151"/>
                      <a:pt x="-122" y="194266"/>
                    </a:cubicBezTo>
                    <a:lnTo>
                      <a:pt x="-122" y="163134"/>
                    </a:lnTo>
                    <a:cubicBezTo>
                      <a:pt x="-122" y="125066"/>
                      <a:pt x="22718" y="90541"/>
                      <a:pt x="57864" y="75786"/>
                    </a:cubicBezTo>
                    <a:lnTo>
                      <a:pt x="58248" y="75491"/>
                    </a:lnTo>
                    <a:cubicBezTo>
                      <a:pt x="41973" y="55425"/>
                      <a:pt x="45131" y="25768"/>
                      <a:pt x="65330" y="9538"/>
                    </a:cubicBezTo>
                    <a:cubicBezTo>
                      <a:pt x="85514" y="-6692"/>
                      <a:pt x="115082" y="-3594"/>
                      <a:pt x="131372" y="16620"/>
                    </a:cubicBezTo>
                    <a:cubicBezTo>
                      <a:pt x="147646" y="36834"/>
                      <a:pt x="144474" y="66343"/>
                      <a:pt x="124289" y="82573"/>
                    </a:cubicBezTo>
                    <a:cubicBezTo>
                      <a:pt x="115938" y="89361"/>
                      <a:pt x="105536" y="93050"/>
                      <a:pt x="94810" y="93050"/>
                    </a:cubicBezTo>
                  </a:path>
                </a:pathLst>
              </a:custGeom>
              <a:noFill/>
              <a:ln cap="sq" cmpd="sng" w="150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67"/>
              <p:cNvSpPr/>
              <p:nvPr/>
            </p:nvSpPr>
            <p:spPr>
              <a:xfrm>
                <a:off x="4191654" y="4006714"/>
                <a:ext cx="36576" cy="17558"/>
              </a:xfrm>
              <a:custGeom>
                <a:rect b="b" l="l" r="r" t="t"/>
                <a:pathLst>
                  <a:path extrusionOk="0" h="17558" w="36576">
                    <a:moveTo>
                      <a:pt x="36455" y="-853"/>
                    </a:moveTo>
                    <a:cubicBezTo>
                      <a:pt x="27543" y="10361"/>
                      <a:pt x="14087" y="16706"/>
                      <a:pt x="-122" y="16706"/>
                    </a:cubicBezTo>
                  </a:path>
                </a:pathLst>
              </a:custGeom>
              <a:noFill/>
              <a:ln cap="sq" cmpd="sng" w="150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2" name="Google Shape;1032;p67"/>
          <p:cNvGrpSpPr/>
          <p:nvPr/>
        </p:nvGrpSpPr>
        <p:grpSpPr>
          <a:xfrm>
            <a:off x="4325961" y="5708242"/>
            <a:ext cx="723282" cy="694041"/>
            <a:chOff x="2883974" y="3805495"/>
            <a:chExt cx="482188" cy="462694"/>
          </a:xfrm>
        </p:grpSpPr>
        <p:sp>
          <p:nvSpPr>
            <p:cNvPr id="1033" name="Google Shape;1033;p67"/>
            <p:cNvSpPr/>
            <p:nvPr/>
          </p:nvSpPr>
          <p:spPr>
            <a:xfrm>
              <a:off x="3041220" y="3980200"/>
              <a:ext cx="167745" cy="113359"/>
            </a:xfrm>
            <a:custGeom>
              <a:rect b="b" l="l" r="r" t="t"/>
              <a:pathLst>
                <a:path extrusionOk="0" h="113359" w="167745">
                  <a:moveTo>
                    <a:pt x="0" y="58974"/>
                  </a:moveTo>
                  <a:lnTo>
                    <a:pt x="54386" y="113360"/>
                  </a:lnTo>
                  <a:lnTo>
                    <a:pt x="167745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67"/>
            <p:cNvSpPr/>
            <p:nvPr/>
          </p:nvSpPr>
          <p:spPr>
            <a:xfrm>
              <a:off x="2883974" y="3805495"/>
              <a:ext cx="482188" cy="462694"/>
            </a:xfrm>
            <a:custGeom>
              <a:rect b="b" l="l" r="r" t="t"/>
              <a:pathLst>
                <a:path extrusionOk="0" h="462694" w="482188">
                  <a:moveTo>
                    <a:pt x="464640" y="264400"/>
                  </a:moveTo>
                  <a:lnTo>
                    <a:pt x="452276" y="273255"/>
                  </a:lnTo>
                  <a:cubicBezTo>
                    <a:pt x="437389" y="283877"/>
                    <a:pt x="431192" y="302911"/>
                    <a:pt x="436990" y="320321"/>
                  </a:cubicBezTo>
                  <a:lnTo>
                    <a:pt x="441800" y="334633"/>
                  </a:lnTo>
                  <a:cubicBezTo>
                    <a:pt x="449089" y="356471"/>
                    <a:pt x="437359" y="379930"/>
                    <a:pt x="415596" y="387308"/>
                  </a:cubicBezTo>
                  <a:cubicBezTo>
                    <a:pt x="411199" y="388783"/>
                    <a:pt x="406596" y="389521"/>
                    <a:pt x="401963" y="389373"/>
                  </a:cubicBezTo>
                  <a:lnTo>
                    <a:pt x="386824" y="389226"/>
                  </a:lnTo>
                  <a:cubicBezTo>
                    <a:pt x="368529" y="389078"/>
                    <a:pt x="352269" y="400881"/>
                    <a:pt x="346780" y="418440"/>
                  </a:cubicBezTo>
                  <a:lnTo>
                    <a:pt x="342265" y="432751"/>
                  </a:lnTo>
                  <a:cubicBezTo>
                    <a:pt x="335390" y="454588"/>
                    <a:pt x="312048" y="466835"/>
                    <a:pt x="290152" y="459899"/>
                  </a:cubicBezTo>
                  <a:cubicBezTo>
                    <a:pt x="285726" y="458572"/>
                    <a:pt x="281565" y="456358"/>
                    <a:pt x="277847" y="453703"/>
                  </a:cubicBezTo>
                  <a:lnTo>
                    <a:pt x="265733" y="444703"/>
                  </a:lnTo>
                  <a:cubicBezTo>
                    <a:pt x="251023" y="433785"/>
                    <a:pt x="230912" y="433785"/>
                    <a:pt x="216202" y="444703"/>
                  </a:cubicBezTo>
                  <a:lnTo>
                    <a:pt x="204088" y="453703"/>
                  </a:lnTo>
                  <a:cubicBezTo>
                    <a:pt x="185660" y="467277"/>
                    <a:pt x="159618" y="463442"/>
                    <a:pt x="145940" y="444999"/>
                  </a:cubicBezTo>
                  <a:cubicBezTo>
                    <a:pt x="143181" y="441310"/>
                    <a:pt x="141056" y="437178"/>
                    <a:pt x="139669" y="432751"/>
                  </a:cubicBezTo>
                  <a:lnTo>
                    <a:pt x="135154" y="418440"/>
                  </a:lnTo>
                  <a:cubicBezTo>
                    <a:pt x="129666" y="400881"/>
                    <a:pt x="113406" y="389078"/>
                    <a:pt x="95096" y="389226"/>
                  </a:cubicBezTo>
                  <a:lnTo>
                    <a:pt x="79972" y="389373"/>
                  </a:lnTo>
                  <a:cubicBezTo>
                    <a:pt x="57014" y="389669"/>
                    <a:pt x="38217" y="371226"/>
                    <a:pt x="37995" y="348207"/>
                  </a:cubicBezTo>
                  <a:cubicBezTo>
                    <a:pt x="37936" y="343633"/>
                    <a:pt x="38674" y="339060"/>
                    <a:pt x="40135" y="334633"/>
                  </a:cubicBezTo>
                  <a:lnTo>
                    <a:pt x="44945" y="320321"/>
                  </a:lnTo>
                  <a:cubicBezTo>
                    <a:pt x="50758" y="302911"/>
                    <a:pt x="44546" y="283877"/>
                    <a:pt x="29659" y="273255"/>
                  </a:cubicBezTo>
                  <a:lnTo>
                    <a:pt x="17309" y="264400"/>
                  </a:lnTo>
                  <a:cubicBezTo>
                    <a:pt x="-1385" y="250975"/>
                    <a:pt x="-5723" y="225007"/>
                    <a:pt x="7615" y="206416"/>
                  </a:cubicBezTo>
                  <a:cubicBezTo>
                    <a:pt x="10286" y="202579"/>
                    <a:pt x="13562" y="199334"/>
                    <a:pt x="17309" y="196677"/>
                  </a:cubicBezTo>
                  <a:lnTo>
                    <a:pt x="29674" y="187825"/>
                  </a:lnTo>
                  <a:cubicBezTo>
                    <a:pt x="44561" y="177202"/>
                    <a:pt x="50758" y="158168"/>
                    <a:pt x="44959" y="140756"/>
                  </a:cubicBezTo>
                  <a:lnTo>
                    <a:pt x="40135" y="126445"/>
                  </a:lnTo>
                  <a:cubicBezTo>
                    <a:pt x="32846" y="104608"/>
                    <a:pt x="44591" y="81149"/>
                    <a:pt x="66368" y="73772"/>
                  </a:cubicBezTo>
                  <a:cubicBezTo>
                    <a:pt x="70751" y="72296"/>
                    <a:pt x="75354" y="71558"/>
                    <a:pt x="79972" y="71706"/>
                  </a:cubicBezTo>
                  <a:lnTo>
                    <a:pt x="95111" y="71853"/>
                  </a:lnTo>
                  <a:cubicBezTo>
                    <a:pt x="113406" y="72001"/>
                    <a:pt x="129666" y="60197"/>
                    <a:pt x="135154" y="42639"/>
                  </a:cubicBezTo>
                  <a:lnTo>
                    <a:pt x="139669" y="28326"/>
                  </a:lnTo>
                  <a:cubicBezTo>
                    <a:pt x="146560" y="6342"/>
                    <a:pt x="169902" y="-5756"/>
                    <a:pt x="191798" y="1178"/>
                  </a:cubicBezTo>
                  <a:cubicBezTo>
                    <a:pt x="196224" y="2505"/>
                    <a:pt x="200370" y="4571"/>
                    <a:pt x="204088" y="7376"/>
                  </a:cubicBezTo>
                  <a:lnTo>
                    <a:pt x="216202" y="16376"/>
                  </a:lnTo>
                  <a:cubicBezTo>
                    <a:pt x="230912" y="27294"/>
                    <a:pt x="251023" y="27294"/>
                    <a:pt x="265733" y="16376"/>
                  </a:cubicBezTo>
                  <a:lnTo>
                    <a:pt x="277847" y="7376"/>
                  </a:lnTo>
                  <a:cubicBezTo>
                    <a:pt x="296290" y="-6347"/>
                    <a:pt x="322317" y="-2511"/>
                    <a:pt x="335995" y="15933"/>
                  </a:cubicBezTo>
                  <a:cubicBezTo>
                    <a:pt x="338754" y="19769"/>
                    <a:pt x="340878" y="23901"/>
                    <a:pt x="342265" y="28326"/>
                  </a:cubicBezTo>
                  <a:lnTo>
                    <a:pt x="346780" y="42639"/>
                  </a:lnTo>
                  <a:cubicBezTo>
                    <a:pt x="352269" y="60197"/>
                    <a:pt x="368529" y="72001"/>
                    <a:pt x="386839" y="71853"/>
                  </a:cubicBezTo>
                  <a:lnTo>
                    <a:pt x="401963" y="71706"/>
                  </a:lnTo>
                  <a:cubicBezTo>
                    <a:pt x="424921" y="71410"/>
                    <a:pt x="443718" y="89854"/>
                    <a:pt x="443940" y="112872"/>
                  </a:cubicBezTo>
                  <a:cubicBezTo>
                    <a:pt x="443999" y="117445"/>
                    <a:pt x="443261" y="122019"/>
                    <a:pt x="441800" y="126445"/>
                  </a:cubicBezTo>
                  <a:lnTo>
                    <a:pt x="436990" y="140756"/>
                  </a:lnTo>
                  <a:cubicBezTo>
                    <a:pt x="431177" y="158168"/>
                    <a:pt x="437389" y="177202"/>
                    <a:pt x="452276" y="187825"/>
                  </a:cubicBezTo>
                  <a:lnTo>
                    <a:pt x="464626" y="196677"/>
                  </a:lnTo>
                  <a:cubicBezTo>
                    <a:pt x="483320" y="209957"/>
                    <a:pt x="487672" y="235925"/>
                    <a:pt x="474334" y="254664"/>
                  </a:cubicBezTo>
                  <a:cubicBezTo>
                    <a:pt x="471664" y="258352"/>
                    <a:pt x="468388" y="261745"/>
                    <a:pt x="464640" y="264400"/>
                  </a:cubicBezTo>
                  <a:close/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5" name="Google Shape;1035;p67"/>
          <p:cNvGrpSpPr/>
          <p:nvPr/>
        </p:nvGrpSpPr>
        <p:grpSpPr>
          <a:xfrm>
            <a:off x="8444660" y="5761086"/>
            <a:ext cx="301812" cy="301657"/>
            <a:chOff x="5629773" y="3840724"/>
            <a:chExt cx="201208" cy="201105"/>
          </a:xfrm>
        </p:grpSpPr>
        <p:sp>
          <p:nvSpPr>
            <p:cNvPr id="1036" name="Google Shape;1036;p67"/>
            <p:cNvSpPr/>
            <p:nvPr/>
          </p:nvSpPr>
          <p:spPr>
            <a:xfrm>
              <a:off x="5629773" y="3840724"/>
              <a:ext cx="201208" cy="201105"/>
            </a:xfrm>
            <a:custGeom>
              <a:rect b="b" l="l" r="r" t="t"/>
              <a:pathLst>
                <a:path extrusionOk="0" h="201105" w="201208">
                  <a:moveTo>
                    <a:pt x="-122" y="77052"/>
                  </a:moveTo>
                  <a:cubicBezTo>
                    <a:pt x="12420" y="78379"/>
                    <a:pt x="21450" y="89741"/>
                    <a:pt x="20048" y="102282"/>
                  </a:cubicBezTo>
                  <a:cubicBezTo>
                    <a:pt x="18868" y="112905"/>
                    <a:pt x="10487" y="121316"/>
                    <a:pt x="-122" y="122495"/>
                  </a:cubicBezTo>
                  <a:lnTo>
                    <a:pt x="13261" y="154809"/>
                  </a:lnTo>
                  <a:cubicBezTo>
                    <a:pt x="23102" y="146989"/>
                    <a:pt x="37473" y="148464"/>
                    <a:pt x="45367" y="158350"/>
                  </a:cubicBezTo>
                  <a:cubicBezTo>
                    <a:pt x="52051" y="166759"/>
                    <a:pt x="52051" y="178564"/>
                    <a:pt x="45367" y="186973"/>
                  </a:cubicBezTo>
                  <a:lnTo>
                    <a:pt x="77739" y="200253"/>
                  </a:lnTo>
                  <a:cubicBezTo>
                    <a:pt x="79140" y="187859"/>
                    <a:pt x="90427" y="178711"/>
                    <a:pt x="102969" y="180187"/>
                  </a:cubicBezTo>
                  <a:cubicBezTo>
                    <a:pt x="113577" y="181366"/>
                    <a:pt x="121958" y="189777"/>
                    <a:pt x="123139" y="200253"/>
                  </a:cubicBezTo>
                  <a:lnTo>
                    <a:pt x="155599" y="186973"/>
                  </a:lnTo>
                  <a:cubicBezTo>
                    <a:pt x="147705" y="177089"/>
                    <a:pt x="149299" y="162775"/>
                    <a:pt x="159140" y="154809"/>
                  </a:cubicBezTo>
                  <a:cubicBezTo>
                    <a:pt x="167491" y="148168"/>
                    <a:pt x="179354" y="148168"/>
                    <a:pt x="187705" y="154809"/>
                  </a:cubicBezTo>
                  <a:lnTo>
                    <a:pt x="201087" y="122495"/>
                  </a:lnTo>
                  <a:cubicBezTo>
                    <a:pt x="188546" y="121020"/>
                    <a:pt x="179516" y="109807"/>
                    <a:pt x="180918" y="97266"/>
                  </a:cubicBezTo>
                  <a:cubicBezTo>
                    <a:pt x="182098" y="86643"/>
                    <a:pt x="190479" y="78232"/>
                    <a:pt x="201087" y="77052"/>
                  </a:cubicBezTo>
                  <a:lnTo>
                    <a:pt x="187705" y="44738"/>
                  </a:lnTo>
                  <a:cubicBezTo>
                    <a:pt x="177864" y="52559"/>
                    <a:pt x="163493" y="50936"/>
                    <a:pt x="155599" y="41197"/>
                  </a:cubicBezTo>
                  <a:cubicBezTo>
                    <a:pt x="148915" y="32788"/>
                    <a:pt x="148915" y="20983"/>
                    <a:pt x="155599" y="12574"/>
                  </a:cubicBezTo>
                  <a:lnTo>
                    <a:pt x="123139" y="-853"/>
                  </a:lnTo>
                  <a:cubicBezTo>
                    <a:pt x="121737" y="11688"/>
                    <a:pt x="110450" y="20688"/>
                    <a:pt x="97908" y="19361"/>
                  </a:cubicBezTo>
                  <a:cubicBezTo>
                    <a:pt x="87300" y="18181"/>
                    <a:pt x="78919" y="9770"/>
                    <a:pt x="77739" y="-853"/>
                  </a:cubicBezTo>
                  <a:lnTo>
                    <a:pt x="45367" y="12574"/>
                  </a:lnTo>
                  <a:cubicBezTo>
                    <a:pt x="53261" y="22460"/>
                    <a:pt x="51667" y="36772"/>
                    <a:pt x="41826" y="44738"/>
                  </a:cubicBezTo>
                  <a:cubicBezTo>
                    <a:pt x="33475" y="51379"/>
                    <a:pt x="21612" y="51379"/>
                    <a:pt x="13261" y="44738"/>
                  </a:cubicBezTo>
                  <a:close/>
                </a:path>
              </a:pathLst>
            </a:custGeom>
            <a:noFill/>
            <a:ln cap="flat" cmpd="sng" w="123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67"/>
            <p:cNvSpPr/>
            <p:nvPr/>
          </p:nvSpPr>
          <p:spPr>
            <a:xfrm>
              <a:off x="5680337" y="3891185"/>
              <a:ext cx="100006" cy="100006"/>
            </a:xfrm>
            <a:custGeom>
              <a:rect b="b" l="l" r="r" t="t"/>
              <a:pathLst>
                <a:path extrusionOk="0" h="100006" w="100006">
                  <a:moveTo>
                    <a:pt x="100007" y="50003"/>
                  </a:moveTo>
                  <a:cubicBezTo>
                    <a:pt x="100007" y="77620"/>
                    <a:pt x="77620" y="100007"/>
                    <a:pt x="50003" y="100007"/>
                  </a:cubicBezTo>
                  <a:cubicBezTo>
                    <a:pt x="22387" y="100007"/>
                    <a:pt x="0" y="77620"/>
                    <a:pt x="0" y="50003"/>
                  </a:cubicBezTo>
                  <a:cubicBezTo>
                    <a:pt x="0" y="22387"/>
                    <a:pt x="22387" y="0"/>
                    <a:pt x="50003" y="0"/>
                  </a:cubicBezTo>
                  <a:cubicBezTo>
                    <a:pt x="77620" y="0"/>
                    <a:pt x="100007" y="22387"/>
                    <a:pt x="100007" y="50003"/>
                  </a:cubicBezTo>
                  <a:close/>
                </a:path>
              </a:pathLst>
            </a:custGeom>
            <a:noFill/>
            <a:ln cap="flat" cmpd="sng" w="123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8" name="Google Shape;1038;p67"/>
          <p:cNvSpPr/>
          <p:nvPr/>
        </p:nvSpPr>
        <p:spPr>
          <a:xfrm>
            <a:off x="4323159" y="1822903"/>
            <a:ext cx="795997" cy="345701"/>
          </a:xfrm>
          <a:custGeom>
            <a:rect b="b" l="l" r="r" t="t"/>
            <a:pathLst>
              <a:path extrusionOk="0" h="230467" w="530665">
                <a:moveTo>
                  <a:pt x="415310" y="229614"/>
                </a:moveTo>
                <a:cubicBezTo>
                  <a:pt x="478947" y="229614"/>
                  <a:pt x="530543" y="178017"/>
                  <a:pt x="530543" y="114381"/>
                </a:cubicBezTo>
                <a:cubicBezTo>
                  <a:pt x="530543" y="50744"/>
                  <a:pt x="478947" y="-853"/>
                  <a:pt x="415310" y="-853"/>
                </a:cubicBezTo>
                <a:cubicBezTo>
                  <a:pt x="300076" y="-853"/>
                  <a:pt x="230346" y="229614"/>
                  <a:pt x="115112" y="229614"/>
                </a:cubicBezTo>
                <a:cubicBezTo>
                  <a:pt x="51475" y="229614"/>
                  <a:pt x="-122" y="178017"/>
                  <a:pt x="-122" y="114381"/>
                </a:cubicBezTo>
                <a:cubicBezTo>
                  <a:pt x="-122" y="50744"/>
                  <a:pt x="51475" y="-853"/>
                  <a:pt x="115112" y="-853"/>
                </a:cubicBezTo>
                <a:cubicBezTo>
                  <a:pt x="230346" y="-853"/>
                  <a:pt x="300076" y="229614"/>
                  <a:pt x="415310" y="229614"/>
                </a:cubicBezTo>
                <a:close/>
              </a:path>
            </a:pathLst>
          </a:custGeom>
          <a:noFill/>
          <a:ln cap="flat" cmpd="sng" w="16525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9" name="Google Shape;1039;p67"/>
          <p:cNvGrpSpPr/>
          <p:nvPr/>
        </p:nvGrpSpPr>
        <p:grpSpPr>
          <a:xfrm>
            <a:off x="14443284" y="4674674"/>
            <a:ext cx="538114" cy="436617"/>
            <a:chOff x="9628856" y="3116449"/>
            <a:chExt cx="358743" cy="291078"/>
          </a:xfrm>
        </p:grpSpPr>
        <p:sp>
          <p:nvSpPr>
            <p:cNvPr id="1040" name="Google Shape;1040;p67"/>
            <p:cNvSpPr/>
            <p:nvPr/>
          </p:nvSpPr>
          <p:spPr>
            <a:xfrm>
              <a:off x="9628856" y="3116449"/>
              <a:ext cx="358743" cy="291078"/>
            </a:xfrm>
            <a:custGeom>
              <a:rect b="b" l="l" r="r" t="t"/>
              <a:pathLst>
                <a:path extrusionOk="0" h="291078" w="358743">
                  <a:moveTo>
                    <a:pt x="257567" y="37361"/>
                  </a:moveTo>
                  <a:lnTo>
                    <a:pt x="248936" y="12426"/>
                  </a:lnTo>
                  <a:cubicBezTo>
                    <a:pt x="246162" y="4473"/>
                    <a:pt x="238667" y="-853"/>
                    <a:pt x="230242" y="-853"/>
                  </a:cubicBezTo>
                  <a:lnTo>
                    <a:pt x="128243" y="-853"/>
                  </a:lnTo>
                  <a:cubicBezTo>
                    <a:pt x="119818" y="-853"/>
                    <a:pt x="112323" y="4473"/>
                    <a:pt x="109564" y="12426"/>
                  </a:cubicBezTo>
                  <a:lnTo>
                    <a:pt x="100933" y="37361"/>
                  </a:lnTo>
                  <a:cubicBezTo>
                    <a:pt x="98173" y="45314"/>
                    <a:pt x="90663" y="50655"/>
                    <a:pt x="82238" y="50640"/>
                  </a:cubicBezTo>
                  <a:lnTo>
                    <a:pt x="19649" y="50640"/>
                  </a:lnTo>
                  <a:cubicBezTo>
                    <a:pt x="8731" y="50640"/>
                    <a:pt x="-122" y="59493"/>
                    <a:pt x="-122" y="70411"/>
                  </a:cubicBezTo>
                  <a:lnTo>
                    <a:pt x="-122" y="270455"/>
                  </a:lnTo>
                  <a:cubicBezTo>
                    <a:pt x="-122" y="281373"/>
                    <a:pt x="8731" y="290226"/>
                    <a:pt x="19649" y="290226"/>
                  </a:cubicBezTo>
                  <a:lnTo>
                    <a:pt x="338851" y="290078"/>
                  </a:lnTo>
                  <a:cubicBezTo>
                    <a:pt x="349770" y="290078"/>
                    <a:pt x="358622" y="281373"/>
                    <a:pt x="358622" y="270307"/>
                  </a:cubicBezTo>
                  <a:lnTo>
                    <a:pt x="358622" y="70441"/>
                  </a:lnTo>
                  <a:cubicBezTo>
                    <a:pt x="358622" y="59523"/>
                    <a:pt x="349770" y="50669"/>
                    <a:pt x="338851" y="50669"/>
                  </a:cubicBezTo>
                  <a:lnTo>
                    <a:pt x="276247" y="50669"/>
                  </a:lnTo>
                  <a:cubicBezTo>
                    <a:pt x="267822" y="50669"/>
                    <a:pt x="260312" y="45328"/>
                    <a:pt x="257567" y="37361"/>
                  </a:cubicBezTo>
                  <a:close/>
                </a:path>
              </a:pathLst>
            </a:custGeom>
            <a:noFill/>
            <a:ln cap="flat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67"/>
            <p:cNvSpPr/>
            <p:nvPr/>
          </p:nvSpPr>
          <p:spPr>
            <a:xfrm>
              <a:off x="9722252" y="3194855"/>
              <a:ext cx="171950" cy="171950"/>
            </a:xfrm>
            <a:custGeom>
              <a:rect b="b" l="l" r="r" t="t"/>
              <a:pathLst>
                <a:path extrusionOk="0" h="171950" w="171950">
                  <a:moveTo>
                    <a:pt x="171951" y="85975"/>
                  </a:moveTo>
                  <a:cubicBezTo>
                    <a:pt x="171951" y="133458"/>
                    <a:pt x="133458" y="171950"/>
                    <a:pt x="85976" y="171950"/>
                  </a:cubicBezTo>
                  <a:cubicBezTo>
                    <a:pt x="38493" y="171950"/>
                    <a:pt x="0" y="133458"/>
                    <a:pt x="0" y="85975"/>
                  </a:cubicBezTo>
                  <a:cubicBezTo>
                    <a:pt x="0" y="38492"/>
                    <a:pt x="38493" y="0"/>
                    <a:pt x="85976" y="0"/>
                  </a:cubicBezTo>
                  <a:cubicBezTo>
                    <a:pt x="133458" y="0"/>
                    <a:pt x="171951" y="38493"/>
                    <a:pt x="171951" y="85975"/>
                  </a:cubicBezTo>
                  <a:close/>
                </a:path>
              </a:pathLst>
            </a:custGeom>
            <a:noFill/>
            <a:ln cap="flat" cmpd="sng" w="143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67"/>
            <p:cNvSpPr/>
            <p:nvPr/>
          </p:nvSpPr>
          <p:spPr>
            <a:xfrm>
              <a:off x="9767637" y="3240240"/>
              <a:ext cx="81180" cy="81180"/>
            </a:xfrm>
            <a:custGeom>
              <a:rect b="b" l="l" r="r" t="t"/>
              <a:pathLst>
                <a:path extrusionOk="0" h="81180" w="81180">
                  <a:moveTo>
                    <a:pt x="81180" y="40590"/>
                  </a:moveTo>
                  <a:cubicBezTo>
                    <a:pt x="81180" y="63007"/>
                    <a:pt x="63007" y="81180"/>
                    <a:pt x="40590" y="81180"/>
                  </a:cubicBezTo>
                  <a:cubicBezTo>
                    <a:pt x="18172" y="81180"/>
                    <a:pt x="0" y="63007"/>
                    <a:pt x="0" y="40590"/>
                  </a:cubicBezTo>
                  <a:cubicBezTo>
                    <a:pt x="0" y="18173"/>
                    <a:pt x="18172" y="0"/>
                    <a:pt x="40590" y="0"/>
                  </a:cubicBezTo>
                  <a:cubicBezTo>
                    <a:pt x="63007" y="0"/>
                    <a:pt x="81180" y="18173"/>
                    <a:pt x="81180" y="40590"/>
                  </a:cubicBezTo>
                  <a:close/>
                </a:path>
              </a:pathLst>
            </a:custGeom>
            <a:noFill/>
            <a:ln cap="flat" cmpd="sng" w="143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67"/>
            <p:cNvSpPr/>
            <p:nvPr/>
          </p:nvSpPr>
          <p:spPr>
            <a:xfrm>
              <a:off x="9661463" y="3190399"/>
              <a:ext cx="20272" cy="20272"/>
            </a:xfrm>
            <a:custGeom>
              <a:rect b="b" l="l" r="r" t="t"/>
              <a:pathLst>
                <a:path extrusionOk="0" h="20272" w="20272">
                  <a:moveTo>
                    <a:pt x="20273" y="10136"/>
                  </a:moveTo>
                  <a:cubicBezTo>
                    <a:pt x="20273" y="15735"/>
                    <a:pt x="15734" y="20273"/>
                    <a:pt x="10136" y="20273"/>
                  </a:cubicBezTo>
                  <a:cubicBezTo>
                    <a:pt x="4538" y="20273"/>
                    <a:pt x="-1" y="15734"/>
                    <a:pt x="-1" y="10136"/>
                  </a:cubicBezTo>
                  <a:cubicBezTo>
                    <a:pt x="-1" y="4538"/>
                    <a:pt x="4538" y="0"/>
                    <a:pt x="10136" y="0"/>
                  </a:cubicBezTo>
                  <a:cubicBezTo>
                    <a:pt x="15734" y="0"/>
                    <a:pt x="20273" y="4538"/>
                    <a:pt x="20273" y="10136"/>
                  </a:cubicBezTo>
                  <a:close/>
                </a:path>
              </a:pathLst>
            </a:custGeom>
            <a:noFill/>
            <a:ln cap="flat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4" name="Google Shape;1044;p67"/>
          <p:cNvSpPr/>
          <p:nvPr/>
        </p:nvSpPr>
        <p:spPr>
          <a:xfrm>
            <a:off x="16261424" y="4774356"/>
            <a:ext cx="176391" cy="215851"/>
          </a:xfrm>
          <a:custGeom>
            <a:rect b="b" l="l" r="r" t="t"/>
            <a:pathLst>
              <a:path extrusionOk="0" h="143901" w="117594">
                <a:moveTo>
                  <a:pt x="31663" y="0"/>
                </a:moveTo>
                <a:lnTo>
                  <a:pt x="117594" y="0"/>
                </a:lnTo>
                <a:lnTo>
                  <a:pt x="117594" y="0"/>
                </a:lnTo>
                <a:lnTo>
                  <a:pt x="117594" y="143902"/>
                </a:lnTo>
                <a:lnTo>
                  <a:pt x="117594" y="143902"/>
                </a:lnTo>
                <a:lnTo>
                  <a:pt x="31663" y="143902"/>
                </a:lnTo>
                <a:cubicBezTo>
                  <a:pt x="14179" y="143902"/>
                  <a:pt x="0" y="129723"/>
                  <a:pt x="0" y="112238"/>
                </a:cubicBezTo>
                <a:lnTo>
                  <a:pt x="0" y="31663"/>
                </a:lnTo>
                <a:cubicBezTo>
                  <a:pt x="0" y="14179"/>
                  <a:pt x="14179" y="0"/>
                  <a:pt x="31663" y="0"/>
                </a:cubicBezTo>
                <a:close/>
              </a:path>
            </a:pathLst>
          </a:custGeom>
          <a:noFill/>
          <a:ln cap="flat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7"/>
          <p:cNvSpPr/>
          <p:nvPr/>
        </p:nvSpPr>
        <p:spPr>
          <a:xfrm>
            <a:off x="16437815" y="4667126"/>
            <a:ext cx="322396" cy="430311"/>
          </a:xfrm>
          <a:custGeom>
            <a:rect b="b" l="l" r="r" t="t"/>
            <a:pathLst>
              <a:path extrusionOk="0" h="286874" w="214931">
                <a:moveTo>
                  <a:pt x="214931" y="286874"/>
                </a:moveTo>
                <a:lnTo>
                  <a:pt x="0" y="215388"/>
                </a:lnTo>
                <a:lnTo>
                  <a:pt x="0" y="71486"/>
                </a:lnTo>
                <a:lnTo>
                  <a:pt x="214931" y="0"/>
                </a:lnTo>
                <a:lnTo>
                  <a:pt x="214931" y="286874"/>
                </a:lnTo>
                <a:close/>
              </a:path>
            </a:pathLst>
          </a:custGeom>
          <a:noFill/>
          <a:ln cap="flat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67"/>
          <p:cNvSpPr/>
          <p:nvPr/>
        </p:nvSpPr>
        <p:spPr>
          <a:xfrm>
            <a:off x="16760211" y="4636274"/>
            <a:ext cx="52652" cy="489514"/>
          </a:xfrm>
          <a:custGeom>
            <a:rect b="b" l="l" r="r" t="t"/>
            <a:pathLst>
              <a:path extrusionOk="0" h="326343" w="35101">
                <a:moveTo>
                  <a:pt x="24330" y="0"/>
                </a:moveTo>
                <a:cubicBezTo>
                  <a:pt x="30279" y="0"/>
                  <a:pt x="35101" y="0"/>
                  <a:pt x="35101" y="0"/>
                </a:cubicBezTo>
                <a:lnTo>
                  <a:pt x="35101" y="326343"/>
                </a:lnTo>
                <a:cubicBezTo>
                  <a:pt x="35101" y="326343"/>
                  <a:pt x="30278" y="326343"/>
                  <a:pt x="24330" y="326343"/>
                </a:cubicBezTo>
                <a:lnTo>
                  <a:pt x="10770" y="326343"/>
                </a:lnTo>
                <a:cubicBezTo>
                  <a:pt x="4821" y="326343"/>
                  <a:pt x="0" y="326343"/>
                  <a:pt x="0" y="326343"/>
                </a:cubicBezTo>
                <a:lnTo>
                  <a:pt x="0" y="0"/>
                </a:lnTo>
                <a:cubicBezTo>
                  <a:pt x="0" y="0"/>
                  <a:pt x="4822" y="0"/>
                  <a:pt x="10770" y="0"/>
                </a:cubicBezTo>
                <a:close/>
              </a:path>
            </a:pathLst>
          </a:custGeom>
          <a:noFill/>
          <a:ln cap="flat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16212789" y="4825591"/>
            <a:ext cx="48633" cy="99350"/>
          </a:xfrm>
          <a:custGeom>
            <a:rect b="b" l="l" r="r" t="t"/>
            <a:pathLst>
              <a:path extrusionOk="0" h="66233" w="32422">
                <a:moveTo>
                  <a:pt x="32301" y="65381"/>
                </a:moveTo>
                <a:cubicBezTo>
                  <a:pt x="14005" y="64938"/>
                  <a:pt x="-498" y="49888"/>
                  <a:pt x="-114" y="31592"/>
                </a:cubicBezTo>
                <a:cubicBezTo>
                  <a:pt x="254" y="13887"/>
                  <a:pt x="14551" y="-484"/>
                  <a:pt x="32301" y="-853"/>
                </a:cubicBezTo>
              </a:path>
            </a:pathLst>
          </a:custGeom>
          <a:noFill/>
          <a:ln cap="flat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7"/>
          <p:cNvSpPr/>
          <p:nvPr/>
        </p:nvSpPr>
        <p:spPr>
          <a:xfrm>
            <a:off x="16821960" y="4825569"/>
            <a:ext cx="48633" cy="99372"/>
          </a:xfrm>
          <a:custGeom>
            <a:rect b="b" l="l" r="r" t="t"/>
            <a:pathLst>
              <a:path extrusionOk="0" h="66248" w="32422">
                <a:moveTo>
                  <a:pt x="-122" y="-853"/>
                </a:moveTo>
                <a:cubicBezTo>
                  <a:pt x="18174" y="-469"/>
                  <a:pt x="32677" y="14639"/>
                  <a:pt x="32294" y="32935"/>
                </a:cubicBezTo>
                <a:cubicBezTo>
                  <a:pt x="31925" y="50640"/>
                  <a:pt x="17628" y="64952"/>
                  <a:pt x="-122" y="65395"/>
                </a:cubicBezTo>
              </a:path>
            </a:pathLst>
          </a:custGeom>
          <a:noFill/>
          <a:ln cap="flat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67"/>
          <p:cNvSpPr/>
          <p:nvPr/>
        </p:nvSpPr>
        <p:spPr>
          <a:xfrm>
            <a:off x="16253664" y="4984698"/>
            <a:ext cx="172863" cy="221487"/>
          </a:xfrm>
          <a:custGeom>
            <a:rect b="b" l="l" r="r" t="t"/>
            <a:pathLst>
              <a:path extrusionOk="0" h="147658" w="115242">
                <a:moveTo>
                  <a:pt x="115121" y="-853"/>
                </a:moveTo>
                <a:cubicBezTo>
                  <a:pt x="114471" y="6524"/>
                  <a:pt x="112243" y="13606"/>
                  <a:pt x="108569" y="19951"/>
                </a:cubicBezTo>
                <a:lnTo>
                  <a:pt x="52340" y="131643"/>
                </a:lnTo>
                <a:cubicBezTo>
                  <a:pt x="45449" y="145217"/>
                  <a:pt x="28791" y="150676"/>
                  <a:pt x="15113" y="143890"/>
                </a:cubicBezTo>
                <a:lnTo>
                  <a:pt x="15113" y="143890"/>
                </a:lnTo>
                <a:cubicBezTo>
                  <a:pt x="1450" y="136955"/>
                  <a:pt x="-4038" y="120282"/>
                  <a:pt x="2852" y="106560"/>
                </a:cubicBezTo>
                <a:lnTo>
                  <a:pt x="53195" y="6671"/>
                </a:lnTo>
              </a:path>
            </a:pathLst>
          </a:custGeom>
          <a:noFill/>
          <a:ln cap="flat" cmpd="sng" w="2140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16957916" y="4875255"/>
            <a:ext cx="138989" cy="22131"/>
          </a:xfrm>
          <a:custGeom>
            <a:rect b="b" l="l" r="r" t="t"/>
            <a:pathLst>
              <a:path extrusionOk="0" h="14754" w="92659">
                <a:moveTo>
                  <a:pt x="0" y="0"/>
                </a:moveTo>
                <a:lnTo>
                  <a:pt x="92659" y="0"/>
                </a:lnTo>
              </a:path>
            </a:pathLst>
          </a:custGeom>
          <a:noFill/>
          <a:ln cap="rnd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7"/>
          <p:cNvSpPr/>
          <p:nvPr/>
        </p:nvSpPr>
        <p:spPr>
          <a:xfrm>
            <a:off x="16940343" y="4733079"/>
            <a:ext cx="129360" cy="50771"/>
          </a:xfrm>
          <a:custGeom>
            <a:rect b="b" l="l" r="r" t="t"/>
            <a:pathLst>
              <a:path extrusionOk="0" h="33847" w="86240">
                <a:moveTo>
                  <a:pt x="0" y="33847"/>
                </a:moveTo>
                <a:lnTo>
                  <a:pt x="86241" y="0"/>
                </a:lnTo>
              </a:path>
            </a:pathLst>
          </a:custGeom>
          <a:noFill/>
          <a:ln cap="rnd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67"/>
          <p:cNvSpPr/>
          <p:nvPr/>
        </p:nvSpPr>
        <p:spPr>
          <a:xfrm>
            <a:off x="16940343" y="4966638"/>
            <a:ext cx="129360" cy="50792"/>
          </a:xfrm>
          <a:custGeom>
            <a:rect b="b" l="l" r="r" t="t"/>
            <a:pathLst>
              <a:path extrusionOk="0" h="33861" w="86240">
                <a:moveTo>
                  <a:pt x="86241" y="33862"/>
                </a:moveTo>
                <a:lnTo>
                  <a:pt x="0" y="0"/>
                </a:lnTo>
              </a:path>
            </a:pathLst>
          </a:custGeom>
          <a:noFill/>
          <a:ln cap="rnd" cmpd="sng" w="189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3" name="Google Shape;1053;p67"/>
          <p:cNvGrpSpPr/>
          <p:nvPr/>
        </p:nvGrpSpPr>
        <p:grpSpPr>
          <a:xfrm>
            <a:off x="6295625" y="5740348"/>
            <a:ext cx="494649" cy="629958"/>
            <a:chOff x="4197083" y="3826899"/>
            <a:chExt cx="329766" cy="419972"/>
          </a:xfrm>
        </p:grpSpPr>
        <p:sp>
          <p:nvSpPr>
            <p:cNvPr id="1054" name="Google Shape;1054;p67"/>
            <p:cNvSpPr/>
            <p:nvPr/>
          </p:nvSpPr>
          <p:spPr>
            <a:xfrm>
              <a:off x="4197821" y="3826899"/>
              <a:ext cx="329028" cy="80073"/>
            </a:xfrm>
            <a:custGeom>
              <a:rect b="b" l="l" r="r" t="t"/>
              <a:pathLst>
                <a:path extrusionOk="0" h="80073" w="329028">
                  <a:moveTo>
                    <a:pt x="328907" y="79220"/>
                  </a:moveTo>
                  <a:cubicBezTo>
                    <a:pt x="257184" y="-11815"/>
                    <a:pt x="125175" y="-27603"/>
                    <a:pt x="34050" y="44104"/>
                  </a:cubicBezTo>
                  <a:cubicBezTo>
                    <a:pt x="21390" y="54138"/>
                    <a:pt x="9926" y="65499"/>
                    <a:pt x="-122" y="78041"/>
                  </a:cubicBezTo>
                </a:path>
              </a:pathLst>
            </a:custGeom>
            <a:noFill/>
            <a:ln cap="sq" cmpd="sng" w="150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67"/>
            <p:cNvSpPr/>
            <p:nvPr/>
          </p:nvSpPr>
          <p:spPr>
            <a:xfrm>
              <a:off x="4197083" y="4167097"/>
              <a:ext cx="326770" cy="79774"/>
            </a:xfrm>
            <a:custGeom>
              <a:rect b="b" l="l" r="r" t="t"/>
              <a:pathLst>
                <a:path extrusionOk="0" h="79774" w="326770">
                  <a:moveTo>
                    <a:pt x="-122" y="-853"/>
                  </a:moveTo>
                  <a:cubicBezTo>
                    <a:pt x="71792" y="90184"/>
                    <a:pt x="203846" y="105529"/>
                    <a:pt x="294838" y="33672"/>
                  </a:cubicBezTo>
                  <a:cubicBezTo>
                    <a:pt x="306509" y="24379"/>
                    <a:pt x="317177" y="14049"/>
                    <a:pt x="326649" y="2540"/>
                  </a:cubicBezTo>
                </a:path>
              </a:pathLst>
            </a:custGeom>
            <a:noFill/>
            <a:ln cap="sq" cmpd="sng" w="1500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6" name="Google Shape;1056;p67"/>
          <p:cNvSpPr/>
          <p:nvPr/>
        </p:nvSpPr>
        <p:spPr>
          <a:xfrm>
            <a:off x="8226404" y="5655738"/>
            <a:ext cx="650133" cy="761117"/>
          </a:xfrm>
          <a:custGeom>
            <a:rect b="b" l="l" r="r" t="t"/>
            <a:pathLst>
              <a:path extrusionOk="0" h="507411" w="433422">
                <a:moveTo>
                  <a:pt x="353659" y="452115"/>
                </a:moveTo>
                <a:lnTo>
                  <a:pt x="171262" y="506559"/>
                </a:lnTo>
                <a:cubicBezTo>
                  <a:pt x="170834" y="485461"/>
                  <a:pt x="168695" y="464508"/>
                  <a:pt x="164888" y="443704"/>
                </a:cubicBezTo>
                <a:cubicBezTo>
                  <a:pt x="160889" y="424376"/>
                  <a:pt x="145810" y="409326"/>
                  <a:pt x="126526" y="405342"/>
                </a:cubicBezTo>
                <a:cubicBezTo>
                  <a:pt x="111933" y="403424"/>
                  <a:pt x="53564" y="428949"/>
                  <a:pt x="49462" y="364324"/>
                </a:cubicBezTo>
                <a:cubicBezTo>
                  <a:pt x="49462" y="347356"/>
                  <a:pt x="23479" y="339094"/>
                  <a:pt x="44446" y="324487"/>
                </a:cubicBezTo>
                <a:cubicBezTo>
                  <a:pt x="34870" y="307519"/>
                  <a:pt x="23479" y="328471"/>
                  <a:pt x="36700" y="281698"/>
                </a:cubicBezTo>
                <a:cubicBezTo>
                  <a:pt x="3413" y="278600"/>
                  <a:pt x="-5705" y="276091"/>
                  <a:pt x="2956" y="252189"/>
                </a:cubicBezTo>
                <a:cubicBezTo>
                  <a:pt x="17548" y="232418"/>
                  <a:pt x="32141" y="235221"/>
                  <a:pt x="45361" y="145365"/>
                </a:cubicBezTo>
                <a:cubicBezTo>
                  <a:pt x="58581" y="55510"/>
                  <a:pt x="122896" y="6819"/>
                  <a:pt x="216352" y="-115"/>
                </a:cubicBezTo>
                <a:cubicBezTo>
                  <a:pt x="309808" y="-6902"/>
                  <a:pt x="399649" y="33674"/>
                  <a:pt x="420615" y="98445"/>
                </a:cubicBezTo>
                <a:cubicBezTo>
                  <a:pt x="441582" y="163070"/>
                  <a:pt x="434750" y="218843"/>
                  <a:pt x="413326" y="254846"/>
                </a:cubicBezTo>
                <a:cubicBezTo>
                  <a:pt x="391903" y="290846"/>
                  <a:pt x="346768" y="349274"/>
                  <a:pt x="353659" y="452115"/>
                </a:cubicBezTo>
                <a:close/>
              </a:path>
            </a:pathLst>
          </a:custGeom>
          <a:noFill/>
          <a:ln cap="flat" cmpd="sng" w="12350">
            <a:solidFill>
              <a:srgbClr val="009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7" name="Google Shape;1057;p67"/>
          <p:cNvGrpSpPr/>
          <p:nvPr/>
        </p:nvGrpSpPr>
        <p:grpSpPr>
          <a:xfrm>
            <a:off x="8321757" y="1604638"/>
            <a:ext cx="669604" cy="747588"/>
            <a:chOff x="5547838" y="1069759"/>
            <a:chExt cx="446403" cy="498392"/>
          </a:xfrm>
        </p:grpSpPr>
        <p:sp>
          <p:nvSpPr>
            <p:cNvPr id="1058" name="Google Shape;1058;p67"/>
            <p:cNvSpPr/>
            <p:nvPr/>
          </p:nvSpPr>
          <p:spPr>
            <a:xfrm>
              <a:off x="5697910" y="1261687"/>
              <a:ext cx="146247" cy="149125"/>
            </a:xfrm>
            <a:custGeom>
              <a:rect b="b" l="l" r="r" t="t"/>
              <a:pathLst>
                <a:path extrusionOk="0" h="149125" w="146247">
                  <a:moveTo>
                    <a:pt x="146248" y="149125"/>
                  </a:moveTo>
                  <a:lnTo>
                    <a:pt x="73124" y="116252"/>
                  </a:lnTo>
                  <a:lnTo>
                    <a:pt x="0" y="149125"/>
                  </a:lnTo>
                  <a:lnTo>
                    <a:pt x="73124" y="0"/>
                  </a:lnTo>
                  <a:lnTo>
                    <a:pt x="146248" y="149125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67"/>
            <p:cNvSpPr/>
            <p:nvPr/>
          </p:nvSpPr>
          <p:spPr>
            <a:xfrm>
              <a:off x="5547838" y="1159910"/>
              <a:ext cx="446403" cy="408241"/>
            </a:xfrm>
            <a:custGeom>
              <a:rect b="b" l="l" r="r" t="t"/>
              <a:pathLst>
                <a:path extrusionOk="0" h="408241" w="446403">
                  <a:moveTo>
                    <a:pt x="347854" y="-853"/>
                  </a:moveTo>
                  <a:cubicBezTo>
                    <a:pt x="450045" y="68051"/>
                    <a:pt x="477031" y="206774"/>
                    <a:pt x="408127" y="308965"/>
                  </a:cubicBezTo>
                  <a:cubicBezTo>
                    <a:pt x="339208" y="411156"/>
                    <a:pt x="200500" y="438141"/>
                    <a:pt x="98309" y="369223"/>
                  </a:cubicBezTo>
                  <a:cubicBezTo>
                    <a:pt x="-3896" y="300318"/>
                    <a:pt x="-30868" y="161610"/>
                    <a:pt x="38037" y="59420"/>
                  </a:cubicBezTo>
                  <a:cubicBezTo>
                    <a:pt x="52717" y="37642"/>
                    <a:pt x="71116" y="18638"/>
                    <a:pt x="92407" y="3263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67"/>
            <p:cNvSpPr/>
            <p:nvPr/>
          </p:nvSpPr>
          <p:spPr>
            <a:xfrm>
              <a:off x="5704801" y="1069759"/>
              <a:ext cx="132467" cy="132467"/>
            </a:xfrm>
            <a:custGeom>
              <a:rect b="b" l="l" r="r" t="t"/>
              <a:pathLst>
                <a:path extrusionOk="0" h="132467" w="132467">
                  <a:moveTo>
                    <a:pt x="132467" y="66234"/>
                  </a:moveTo>
                  <a:cubicBezTo>
                    <a:pt x="132467" y="102813"/>
                    <a:pt x="102813" y="132467"/>
                    <a:pt x="66234" y="132467"/>
                  </a:cubicBezTo>
                  <a:cubicBezTo>
                    <a:pt x="29654" y="132467"/>
                    <a:pt x="0" y="102813"/>
                    <a:pt x="0" y="66234"/>
                  </a:cubicBezTo>
                  <a:cubicBezTo>
                    <a:pt x="0" y="29654"/>
                    <a:pt x="29654" y="0"/>
                    <a:pt x="66234" y="0"/>
                  </a:cubicBezTo>
                  <a:cubicBezTo>
                    <a:pt x="102813" y="0"/>
                    <a:pt x="132467" y="29654"/>
                    <a:pt x="132467" y="66234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1" name="Google Shape;1061;p67"/>
          <p:cNvGrpSpPr/>
          <p:nvPr/>
        </p:nvGrpSpPr>
        <p:grpSpPr>
          <a:xfrm>
            <a:off x="14445009" y="1711581"/>
            <a:ext cx="715126" cy="715126"/>
            <a:chOff x="9630006" y="1141054"/>
            <a:chExt cx="476751" cy="476751"/>
          </a:xfrm>
        </p:grpSpPr>
        <p:sp>
          <p:nvSpPr>
            <p:cNvPr id="1062" name="Google Shape;1062;p67"/>
            <p:cNvSpPr/>
            <p:nvPr/>
          </p:nvSpPr>
          <p:spPr>
            <a:xfrm>
              <a:off x="9799965" y="1311012"/>
              <a:ext cx="136819" cy="136819"/>
            </a:xfrm>
            <a:custGeom>
              <a:rect b="b" l="l" r="r" t="t"/>
              <a:pathLst>
                <a:path extrusionOk="0" h="136819" w="136819">
                  <a:moveTo>
                    <a:pt x="101955" y="34865"/>
                  </a:moveTo>
                  <a:lnTo>
                    <a:pt x="136820" y="136820"/>
                  </a:lnTo>
                  <a:lnTo>
                    <a:pt x="34865" y="101955"/>
                  </a:lnTo>
                  <a:lnTo>
                    <a:pt x="0" y="0"/>
                  </a:lnTo>
                  <a:lnTo>
                    <a:pt x="101955" y="34865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67"/>
            <p:cNvSpPr/>
            <p:nvPr/>
          </p:nvSpPr>
          <p:spPr>
            <a:xfrm>
              <a:off x="9665034" y="1176081"/>
              <a:ext cx="406696" cy="406696"/>
            </a:xfrm>
            <a:custGeom>
              <a:rect b="b" l="l" r="r" t="t"/>
              <a:pathLst>
                <a:path extrusionOk="0" h="406696" w="406696">
                  <a:moveTo>
                    <a:pt x="406697" y="203348"/>
                  </a:moveTo>
                  <a:cubicBezTo>
                    <a:pt x="406697" y="315655"/>
                    <a:pt x="315655" y="406697"/>
                    <a:pt x="203348" y="406697"/>
                  </a:cubicBezTo>
                  <a:cubicBezTo>
                    <a:pt x="91042" y="406697"/>
                    <a:pt x="0" y="315655"/>
                    <a:pt x="0" y="203348"/>
                  </a:cubicBezTo>
                  <a:cubicBezTo>
                    <a:pt x="0" y="91042"/>
                    <a:pt x="91042" y="0"/>
                    <a:pt x="203348" y="0"/>
                  </a:cubicBezTo>
                  <a:cubicBezTo>
                    <a:pt x="315655" y="0"/>
                    <a:pt x="406697" y="91042"/>
                    <a:pt x="406697" y="203348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67"/>
            <p:cNvSpPr/>
            <p:nvPr/>
          </p:nvSpPr>
          <p:spPr>
            <a:xfrm>
              <a:off x="9630006" y="1141054"/>
              <a:ext cx="476751" cy="476751"/>
            </a:xfrm>
            <a:custGeom>
              <a:rect b="b" l="l" r="r" t="t"/>
              <a:pathLst>
                <a:path extrusionOk="0" h="476751" w="476751">
                  <a:moveTo>
                    <a:pt x="476752" y="238376"/>
                  </a:moveTo>
                  <a:cubicBezTo>
                    <a:pt x="476752" y="370027"/>
                    <a:pt x="370027" y="476752"/>
                    <a:pt x="238376" y="476752"/>
                  </a:cubicBezTo>
                  <a:cubicBezTo>
                    <a:pt x="106724" y="476752"/>
                    <a:pt x="0" y="370027"/>
                    <a:pt x="0" y="238376"/>
                  </a:cubicBezTo>
                  <a:cubicBezTo>
                    <a:pt x="0" y="106725"/>
                    <a:pt x="106724" y="0"/>
                    <a:pt x="238376" y="0"/>
                  </a:cubicBezTo>
                  <a:cubicBezTo>
                    <a:pt x="370027" y="0"/>
                    <a:pt x="476752" y="106725"/>
                    <a:pt x="476752" y="238376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67"/>
            <p:cNvSpPr/>
            <p:nvPr/>
          </p:nvSpPr>
          <p:spPr>
            <a:xfrm>
              <a:off x="9852108" y="1363155"/>
              <a:ext cx="32548" cy="32548"/>
            </a:xfrm>
            <a:custGeom>
              <a:rect b="b" l="l" r="r" t="t"/>
              <a:pathLst>
                <a:path extrusionOk="0" h="32548" w="32548">
                  <a:moveTo>
                    <a:pt x="32549" y="16274"/>
                  </a:moveTo>
                  <a:cubicBezTo>
                    <a:pt x="32549" y="25262"/>
                    <a:pt x="25263" y="32549"/>
                    <a:pt x="16275" y="32549"/>
                  </a:cubicBezTo>
                  <a:cubicBezTo>
                    <a:pt x="7287" y="32549"/>
                    <a:pt x="0" y="25262"/>
                    <a:pt x="0" y="16274"/>
                  </a:cubicBezTo>
                  <a:cubicBezTo>
                    <a:pt x="0" y="7286"/>
                    <a:pt x="7287" y="0"/>
                    <a:pt x="16275" y="0"/>
                  </a:cubicBezTo>
                  <a:cubicBezTo>
                    <a:pt x="25263" y="0"/>
                    <a:pt x="32549" y="7286"/>
                    <a:pt x="32549" y="16274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6" name="Google Shape;1066;p67"/>
            <p:cNvGrpSpPr/>
            <p:nvPr/>
          </p:nvGrpSpPr>
          <p:grpSpPr>
            <a:xfrm>
              <a:off x="9674418" y="1379429"/>
              <a:ext cx="387913" cy="14754"/>
              <a:chOff x="9674418" y="1379429"/>
              <a:chExt cx="387913" cy="14754"/>
            </a:xfrm>
          </p:grpSpPr>
          <p:sp>
            <p:nvSpPr>
              <p:cNvPr id="1067" name="Google Shape;1067;p67"/>
              <p:cNvSpPr/>
              <p:nvPr/>
            </p:nvSpPr>
            <p:spPr>
              <a:xfrm>
                <a:off x="9674418" y="1379429"/>
                <a:ext cx="45429" cy="14754"/>
              </a:xfrm>
              <a:custGeom>
                <a:rect b="b" l="l" r="r" t="t"/>
                <a:pathLst>
                  <a:path extrusionOk="0" h="14754" w="45429">
                    <a:moveTo>
                      <a:pt x="0" y="0"/>
                    </a:moveTo>
                    <a:lnTo>
                      <a:pt x="45429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67"/>
              <p:cNvSpPr/>
              <p:nvPr/>
            </p:nvSpPr>
            <p:spPr>
              <a:xfrm>
                <a:off x="10016917" y="1379429"/>
                <a:ext cx="45414" cy="14754"/>
              </a:xfrm>
              <a:custGeom>
                <a:rect b="b" l="l" r="r" t="t"/>
                <a:pathLst>
                  <a:path extrusionOk="0" h="14754" w="45414">
                    <a:moveTo>
                      <a:pt x="0" y="0"/>
                    </a:moveTo>
                    <a:lnTo>
                      <a:pt x="45415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9" name="Google Shape;1069;p67"/>
            <p:cNvGrpSpPr/>
            <p:nvPr/>
          </p:nvGrpSpPr>
          <p:grpSpPr>
            <a:xfrm>
              <a:off x="9868382" y="1185465"/>
              <a:ext cx="14754" cy="387913"/>
              <a:chOff x="9868382" y="1185465"/>
              <a:chExt cx="14754" cy="387913"/>
            </a:xfrm>
          </p:grpSpPr>
          <p:sp>
            <p:nvSpPr>
              <p:cNvPr id="1070" name="Google Shape;1070;p67"/>
              <p:cNvSpPr/>
              <p:nvPr/>
            </p:nvSpPr>
            <p:spPr>
              <a:xfrm>
                <a:off x="9868382" y="1185465"/>
                <a:ext cx="14754" cy="45429"/>
              </a:xfrm>
              <a:custGeom>
                <a:rect b="b" l="l" r="r" t="t"/>
                <a:pathLst>
                  <a:path extrusionOk="0" h="45429" w="14754">
                    <a:moveTo>
                      <a:pt x="0" y="0"/>
                    </a:moveTo>
                    <a:lnTo>
                      <a:pt x="0" y="4543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67"/>
              <p:cNvSpPr/>
              <p:nvPr/>
            </p:nvSpPr>
            <p:spPr>
              <a:xfrm>
                <a:off x="9868382" y="1527964"/>
                <a:ext cx="14754" cy="45414"/>
              </a:xfrm>
              <a:custGeom>
                <a:rect b="b" l="l" r="r" t="t"/>
                <a:pathLst>
                  <a:path extrusionOk="0" h="45414" w="14754">
                    <a:moveTo>
                      <a:pt x="0" y="0"/>
                    </a:moveTo>
                    <a:lnTo>
                      <a:pt x="0" y="45415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2" name="Google Shape;1072;p67"/>
            <p:cNvGrpSpPr/>
            <p:nvPr/>
          </p:nvGrpSpPr>
          <p:grpSpPr>
            <a:xfrm>
              <a:off x="9731238" y="1242285"/>
              <a:ext cx="274288" cy="274288"/>
              <a:chOff x="9731238" y="1242285"/>
              <a:chExt cx="274288" cy="274288"/>
            </a:xfrm>
          </p:grpSpPr>
          <p:sp>
            <p:nvSpPr>
              <p:cNvPr id="1073" name="Google Shape;1073;p67"/>
              <p:cNvSpPr/>
              <p:nvPr/>
            </p:nvSpPr>
            <p:spPr>
              <a:xfrm>
                <a:off x="9731238" y="1242285"/>
                <a:ext cx="15108" cy="15123"/>
              </a:xfrm>
              <a:custGeom>
                <a:rect b="b" l="l" r="r" t="t"/>
                <a:pathLst>
                  <a:path extrusionOk="0" h="15123" w="15108">
                    <a:moveTo>
                      <a:pt x="0" y="0"/>
                    </a:moveTo>
                    <a:lnTo>
                      <a:pt x="15109" y="15124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67"/>
              <p:cNvSpPr/>
              <p:nvPr/>
            </p:nvSpPr>
            <p:spPr>
              <a:xfrm>
                <a:off x="9990403" y="1501450"/>
                <a:ext cx="15123" cy="15123"/>
              </a:xfrm>
              <a:custGeom>
                <a:rect b="b" l="l" r="r" t="t"/>
                <a:pathLst>
                  <a:path extrusionOk="0" h="15123" w="15123">
                    <a:moveTo>
                      <a:pt x="0" y="0"/>
                    </a:moveTo>
                    <a:lnTo>
                      <a:pt x="15123" y="15124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5" name="Google Shape;1075;p67"/>
            <p:cNvGrpSpPr/>
            <p:nvPr/>
          </p:nvGrpSpPr>
          <p:grpSpPr>
            <a:xfrm>
              <a:off x="9731238" y="1242285"/>
              <a:ext cx="274288" cy="274288"/>
              <a:chOff x="9731238" y="1242285"/>
              <a:chExt cx="274288" cy="274288"/>
            </a:xfrm>
          </p:grpSpPr>
          <p:sp>
            <p:nvSpPr>
              <p:cNvPr id="1076" name="Google Shape;1076;p67"/>
              <p:cNvSpPr/>
              <p:nvPr/>
            </p:nvSpPr>
            <p:spPr>
              <a:xfrm>
                <a:off x="9990403" y="1242285"/>
                <a:ext cx="15123" cy="15123"/>
              </a:xfrm>
              <a:custGeom>
                <a:rect b="b" l="l" r="r" t="t"/>
                <a:pathLst>
                  <a:path extrusionOk="0" h="15123" w="15123">
                    <a:moveTo>
                      <a:pt x="15123" y="0"/>
                    </a:moveTo>
                    <a:lnTo>
                      <a:pt x="0" y="15124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67"/>
              <p:cNvSpPr/>
              <p:nvPr/>
            </p:nvSpPr>
            <p:spPr>
              <a:xfrm>
                <a:off x="9731238" y="1501450"/>
                <a:ext cx="15108" cy="15123"/>
              </a:xfrm>
              <a:custGeom>
                <a:rect b="b" l="l" r="r" t="t"/>
                <a:pathLst>
                  <a:path extrusionOk="0" h="15123" w="15108">
                    <a:moveTo>
                      <a:pt x="15109" y="0"/>
                    </a:moveTo>
                    <a:lnTo>
                      <a:pt x="0" y="15124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8" name="Google Shape;1078;p67"/>
          <p:cNvGrpSpPr/>
          <p:nvPr/>
        </p:nvGrpSpPr>
        <p:grpSpPr>
          <a:xfrm>
            <a:off x="6271346" y="1728423"/>
            <a:ext cx="750029" cy="500004"/>
            <a:chOff x="4180897" y="1152282"/>
            <a:chExt cx="500019" cy="333336"/>
          </a:xfrm>
        </p:grpSpPr>
        <p:sp>
          <p:nvSpPr>
            <p:cNvPr id="1079" name="Google Shape;1079;p67"/>
            <p:cNvSpPr/>
            <p:nvPr/>
          </p:nvSpPr>
          <p:spPr>
            <a:xfrm>
              <a:off x="4180897" y="1152282"/>
              <a:ext cx="500019" cy="333336"/>
            </a:xfrm>
            <a:custGeom>
              <a:rect b="b" l="l" r="r" t="t"/>
              <a:pathLst>
                <a:path extrusionOk="0" h="333336" w="500019">
                  <a:moveTo>
                    <a:pt x="499898" y="332483"/>
                  </a:moveTo>
                  <a:lnTo>
                    <a:pt x="-122" y="332483"/>
                  </a:lnTo>
                  <a:lnTo>
                    <a:pt x="-122" y="-853"/>
                  </a:lnTo>
                  <a:lnTo>
                    <a:pt x="420031" y="-853"/>
                  </a:lnTo>
                  <a:lnTo>
                    <a:pt x="499898" y="79013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67"/>
            <p:cNvSpPr/>
            <p:nvPr/>
          </p:nvSpPr>
          <p:spPr>
            <a:xfrm>
              <a:off x="4264232" y="1235616"/>
              <a:ext cx="83334" cy="83334"/>
            </a:xfrm>
            <a:custGeom>
              <a:rect b="b" l="l" r="r" t="t"/>
              <a:pathLst>
                <a:path extrusionOk="0" h="83334" w="83334">
                  <a:moveTo>
                    <a:pt x="0" y="0"/>
                  </a:moveTo>
                  <a:lnTo>
                    <a:pt x="83334" y="0"/>
                  </a:lnTo>
                  <a:lnTo>
                    <a:pt x="83334" y="83334"/>
                  </a:lnTo>
                  <a:lnTo>
                    <a:pt x="0" y="83334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67"/>
            <p:cNvSpPr/>
            <p:nvPr/>
          </p:nvSpPr>
          <p:spPr>
            <a:xfrm>
              <a:off x="4428303" y="1235616"/>
              <a:ext cx="109258" cy="14754"/>
            </a:xfrm>
            <a:custGeom>
              <a:rect b="b" l="l" r="r" t="t"/>
              <a:pathLst>
                <a:path extrusionOk="0" h="14754" w="109258">
                  <a:moveTo>
                    <a:pt x="0" y="0"/>
                  </a:moveTo>
                  <a:lnTo>
                    <a:pt x="109258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67"/>
            <p:cNvSpPr/>
            <p:nvPr/>
          </p:nvSpPr>
          <p:spPr>
            <a:xfrm>
              <a:off x="4428303" y="1318965"/>
              <a:ext cx="169265" cy="14754"/>
            </a:xfrm>
            <a:custGeom>
              <a:rect b="b" l="l" r="r" t="t"/>
              <a:pathLst>
                <a:path extrusionOk="0" h="14754" w="169265">
                  <a:moveTo>
                    <a:pt x="0" y="0"/>
                  </a:moveTo>
                  <a:lnTo>
                    <a:pt x="169265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67"/>
            <p:cNvSpPr/>
            <p:nvPr/>
          </p:nvSpPr>
          <p:spPr>
            <a:xfrm>
              <a:off x="4428303" y="1402299"/>
              <a:ext cx="138368" cy="14754"/>
            </a:xfrm>
            <a:custGeom>
              <a:rect b="b" l="l" r="r" t="t"/>
              <a:pathLst>
                <a:path extrusionOk="0" h="14754" w="138368">
                  <a:moveTo>
                    <a:pt x="0" y="0"/>
                  </a:moveTo>
                  <a:lnTo>
                    <a:pt x="138369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67"/>
            <p:cNvSpPr/>
            <p:nvPr/>
          </p:nvSpPr>
          <p:spPr>
            <a:xfrm>
              <a:off x="4428303" y="1277298"/>
              <a:ext cx="84632" cy="14754"/>
            </a:xfrm>
            <a:custGeom>
              <a:rect b="b" l="l" r="r" t="t"/>
              <a:pathLst>
                <a:path extrusionOk="0" h="14754" w="84632">
                  <a:moveTo>
                    <a:pt x="0" y="0"/>
                  </a:moveTo>
                  <a:lnTo>
                    <a:pt x="84633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67"/>
            <p:cNvSpPr/>
            <p:nvPr/>
          </p:nvSpPr>
          <p:spPr>
            <a:xfrm>
              <a:off x="4428303" y="1360632"/>
              <a:ext cx="21763" cy="14754"/>
            </a:xfrm>
            <a:custGeom>
              <a:rect b="b" l="l" r="r" t="t"/>
              <a:pathLst>
                <a:path extrusionOk="0" h="14754" w="21763">
                  <a:moveTo>
                    <a:pt x="0" y="0"/>
                  </a:moveTo>
                  <a:lnTo>
                    <a:pt x="21763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6" name="Google Shape;1086;p67"/>
          <p:cNvGrpSpPr/>
          <p:nvPr/>
        </p:nvGrpSpPr>
        <p:grpSpPr>
          <a:xfrm>
            <a:off x="4475913" y="3198782"/>
            <a:ext cx="490488" cy="603383"/>
            <a:chOff x="2983942" y="2132521"/>
            <a:chExt cx="326992" cy="402255"/>
          </a:xfrm>
        </p:grpSpPr>
        <p:sp>
          <p:nvSpPr>
            <p:cNvPr id="1087" name="Google Shape;1087;p67"/>
            <p:cNvSpPr/>
            <p:nvPr/>
          </p:nvSpPr>
          <p:spPr>
            <a:xfrm>
              <a:off x="2983942" y="2177227"/>
              <a:ext cx="326992" cy="357549"/>
            </a:xfrm>
            <a:custGeom>
              <a:rect b="b" l="l" r="r" t="t"/>
              <a:pathLst>
                <a:path extrusionOk="0" h="357549" w="326992">
                  <a:moveTo>
                    <a:pt x="252880" y="0"/>
                  </a:moveTo>
                  <a:lnTo>
                    <a:pt x="326992" y="0"/>
                  </a:lnTo>
                  <a:lnTo>
                    <a:pt x="326992" y="357549"/>
                  </a:lnTo>
                  <a:lnTo>
                    <a:pt x="0" y="357549"/>
                  </a:lnTo>
                  <a:lnTo>
                    <a:pt x="0" y="0"/>
                  </a:lnTo>
                  <a:lnTo>
                    <a:pt x="74113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67"/>
            <p:cNvSpPr/>
            <p:nvPr/>
          </p:nvSpPr>
          <p:spPr>
            <a:xfrm>
              <a:off x="3058055" y="2311303"/>
              <a:ext cx="89383" cy="14754"/>
            </a:xfrm>
            <a:custGeom>
              <a:rect b="b" l="l" r="r" t="t"/>
              <a:pathLst>
                <a:path extrusionOk="0" h="14754" w="89383">
                  <a:moveTo>
                    <a:pt x="0" y="0"/>
                  </a:moveTo>
                  <a:lnTo>
                    <a:pt x="89384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67"/>
            <p:cNvSpPr/>
            <p:nvPr/>
          </p:nvSpPr>
          <p:spPr>
            <a:xfrm>
              <a:off x="3058055" y="2356009"/>
              <a:ext cx="178767" cy="14754"/>
            </a:xfrm>
            <a:custGeom>
              <a:rect b="b" l="l" r="r" t="t"/>
              <a:pathLst>
                <a:path extrusionOk="0" h="14754" w="178767">
                  <a:moveTo>
                    <a:pt x="0" y="0"/>
                  </a:moveTo>
                  <a:lnTo>
                    <a:pt x="178767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67"/>
            <p:cNvSpPr/>
            <p:nvPr/>
          </p:nvSpPr>
          <p:spPr>
            <a:xfrm>
              <a:off x="3058055" y="2445393"/>
              <a:ext cx="134075" cy="14754"/>
            </a:xfrm>
            <a:custGeom>
              <a:rect b="b" l="l" r="r" t="t"/>
              <a:pathLst>
                <a:path extrusionOk="0" h="14754" w="134075">
                  <a:moveTo>
                    <a:pt x="0" y="0"/>
                  </a:moveTo>
                  <a:lnTo>
                    <a:pt x="134075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67"/>
            <p:cNvSpPr/>
            <p:nvPr/>
          </p:nvSpPr>
          <p:spPr>
            <a:xfrm>
              <a:off x="3058055" y="2400701"/>
              <a:ext cx="44691" cy="14754"/>
            </a:xfrm>
            <a:custGeom>
              <a:rect b="b" l="l" r="r" t="t"/>
              <a:pathLst>
                <a:path extrusionOk="0" h="14754" w="44691">
                  <a:moveTo>
                    <a:pt x="0" y="0"/>
                  </a:moveTo>
                  <a:lnTo>
                    <a:pt x="44692" y="0"/>
                  </a:lnTo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67"/>
            <p:cNvSpPr/>
            <p:nvPr/>
          </p:nvSpPr>
          <p:spPr>
            <a:xfrm>
              <a:off x="3058055" y="2132521"/>
              <a:ext cx="178767" cy="89383"/>
            </a:xfrm>
            <a:custGeom>
              <a:rect b="b" l="l" r="r" t="t"/>
              <a:pathLst>
                <a:path extrusionOk="0" h="89383" w="178767">
                  <a:moveTo>
                    <a:pt x="133954" y="43839"/>
                  </a:moveTo>
                  <a:cubicBezTo>
                    <a:pt x="133954" y="19154"/>
                    <a:pt x="113946" y="-853"/>
                    <a:pt x="89262" y="-853"/>
                  </a:cubicBezTo>
                  <a:cubicBezTo>
                    <a:pt x="64577" y="-853"/>
                    <a:pt x="44570" y="19154"/>
                    <a:pt x="44570" y="43839"/>
                  </a:cubicBezTo>
                  <a:lnTo>
                    <a:pt x="-122" y="43839"/>
                  </a:lnTo>
                  <a:lnTo>
                    <a:pt x="-122" y="88530"/>
                  </a:lnTo>
                  <a:lnTo>
                    <a:pt x="178645" y="88530"/>
                  </a:lnTo>
                  <a:lnTo>
                    <a:pt x="178645" y="43839"/>
                  </a:lnTo>
                  <a:close/>
                </a:path>
              </a:pathLst>
            </a:custGeom>
            <a:noFill/>
            <a:ln cap="sq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67"/>
          <p:cNvGrpSpPr/>
          <p:nvPr/>
        </p:nvGrpSpPr>
        <p:grpSpPr>
          <a:xfrm>
            <a:off x="12352566" y="1829034"/>
            <a:ext cx="647071" cy="431374"/>
            <a:chOff x="8235044" y="1219356"/>
            <a:chExt cx="431381" cy="287583"/>
          </a:xfrm>
        </p:grpSpPr>
        <p:sp>
          <p:nvSpPr>
            <p:cNvPr id="1094" name="Google Shape;1094;p67"/>
            <p:cNvSpPr/>
            <p:nvPr/>
          </p:nvSpPr>
          <p:spPr>
            <a:xfrm>
              <a:off x="8235044" y="1219356"/>
              <a:ext cx="431381" cy="287582"/>
            </a:xfrm>
            <a:custGeom>
              <a:rect b="b" l="l" r="r" t="t"/>
              <a:pathLst>
                <a:path extrusionOk="0" h="287582" w="431381">
                  <a:moveTo>
                    <a:pt x="0" y="0"/>
                  </a:moveTo>
                  <a:lnTo>
                    <a:pt x="431381" y="0"/>
                  </a:lnTo>
                  <a:lnTo>
                    <a:pt x="431381" y="287583"/>
                  </a:lnTo>
                  <a:lnTo>
                    <a:pt x="0" y="287583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67"/>
            <p:cNvSpPr/>
            <p:nvPr/>
          </p:nvSpPr>
          <p:spPr>
            <a:xfrm>
              <a:off x="8235044" y="1291256"/>
              <a:ext cx="431381" cy="14754"/>
            </a:xfrm>
            <a:custGeom>
              <a:rect b="b" l="l" r="r" t="t"/>
              <a:pathLst>
                <a:path extrusionOk="0" h="14754" w="431381">
                  <a:moveTo>
                    <a:pt x="0" y="0"/>
                  </a:moveTo>
                  <a:lnTo>
                    <a:pt x="431381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67"/>
            <p:cNvSpPr/>
            <p:nvPr/>
          </p:nvSpPr>
          <p:spPr>
            <a:xfrm>
              <a:off x="8235044" y="1363155"/>
              <a:ext cx="431381" cy="14754"/>
            </a:xfrm>
            <a:custGeom>
              <a:rect b="b" l="l" r="r" t="t"/>
              <a:pathLst>
                <a:path extrusionOk="0" h="14754" w="431381">
                  <a:moveTo>
                    <a:pt x="0" y="0"/>
                  </a:moveTo>
                  <a:lnTo>
                    <a:pt x="431381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67"/>
            <p:cNvSpPr/>
            <p:nvPr/>
          </p:nvSpPr>
          <p:spPr>
            <a:xfrm>
              <a:off x="8235044" y="1435040"/>
              <a:ext cx="431381" cy="14754"/>
            </a:xfrm>
            <a:custGeom>
              <a:rect b="b" l="l" r="r" t="t"/>
              <a:pathLst>
                <a:path extrusionOk="0" h="14754" w="431381">
                  <a:moveTo>
                    <a:pt x="0" y="0"/>
                  </a:moveTo>
                  <a:lnTo>
                    <a:pt x="431381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67"/>
            <p:cNvSpPr/>
            <p:nvPr/>
          </p:nvSpPr>
          <p:spPr>
            <a:xfrm>
              <a:off x="8306943" y="1291256"/>
              <a:ext cx="14754" cy="215683"/>
            </a:xfrm>
            <a:custGeom>
              <a:rect b="b" l="l" r="r" t="t"/>
              <a:pathLst>
                <a:path extrusionOk="0" h="215683" w="14754">
                  <a:moveTo>
                    <a:pt x="0" y="0"/>
                  </a:moveTo>
                  <a:lnTo>
                    <a:pt x="0" y="215683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67"/>
            <p:cNvSpPr/>
            <p:nvPr/>
          </p:nvSpPr>
          <p:spPr>
            <a:xfrm>
              <a:off x="8522626" y="1291256"/>
              <a:ext cx="14754" cy="215683"/>
            </a:xfrm>
            <a:custGeom>
              <a:rect b="b" l="l" r="r" t="t"/>
              <a:pathLst>
                <a:path extrusionOk="0" h="215683" w="14754">
                  <a:moveTo>
                    <a:pt x="0" y="0"/>
                  </a:moveTo>
                  <a:lnTo>
                    <a:pt x="0" y="215683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67"/>
            <p:cNvSpPr/>
            <p:nvPr/>
          </p:nvSpPr>
          <p:spPr>
            <a:xfrm>
              <a:off x="8594526" y="1291256"/>
              <a:ext cx="14754" cy="215683"/>
            </a:xfrm>
            <a:custGeom>
              <a:rect b="b" l="l" r="r" t="t"/>
              <a:pathLst>
                <a:path extrusionOk="0" h="215683" w="14754">
                  <a:moveTo>
                    <a:pt x="0" y="0"/>
                  </a:moveTo>
                  <a:lnTo>
                    <a:pt x="0" y="215683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p67"/>
          <p:cNvGrpSpPr/>
          <p:nvPr/>
        </p:nvGrpSpPr>
        <p:grpSpPr>
          <a:xfrm>
            <a:off x="10406658" y="1648548"/>
            <a:ext cx="684429" cy="659776"/>
            <a:chOff x="6937772" y="1099032"/>
            <a:chExt cx="456286" cy="439851"/>
          </a:xfrm>
        </p:grpSpPr>
        <p:sp>
          <p:nvSpPr>
            <p:cNvPr id="1102" name="Google Shape;1102;p67"/>
            <p:cNvSpPr/>
            <p:nvPr/>
          </p:nvSpPr>
          <p:spPr>
            <a:xfrm>
              <a:off x="6975028" y="1165354"/>
              <a:ext cx="134016" cy="176228"/>
            </a:xfrm>
            <a:custGeom>
              <a:rect b="b" l="l" r="r" t="t"/>
              <a:pathLst>
                <a:path extrusionOk="0" h="176228" w="134016">
                  <a:moveTo>
                    <a:pt x="-122" y="175376"/>
                  </a:moveTo>
                  <a:cubicBezTo>
                    <a:pt x="2534" y="94107"/>
                    <a:pt x="56300" y="23419"/>
                    <a:pt x="133894" y="-853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67"/>
            <p:cNvSpPr/>
            <p:nvPr/>
          </p:nvSpPr>
          <p:spPr>
            <a:xfrm>
              <a:off x="7030903" y="1482919"/>
              <a:ext cx="244351" cy="55964"/>
            </a:xfrm>
            <a:custGeom>
              <a:rect b="b" l="l" r="r" t="t"/>
              <a:pathLst>
                <a:path extrusionOk="0" h="55964" w="244351">
                  <a:moveTo>
                    <a:pt x="244230" y="20836"/>
                  </a:moveTo>
                  <a:cubicBezTo>
                    <a:pt x="168273" y="73716"/>
                    <a:pt x="65330" y="64584"/>
                    <a:pt x="-122" y="-853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67"/>
            <p:cNvSpPr/>
            <p:nvPr/>
          </p:nvSpPr>
          <p:spPr>
            <a:xfrm>
              <a:off x="7258803" y="1180758"/>
              <a:ext cx="98319" cy="198641"/>
            </a:xfrm>
            <a:custGeom>
              <a:rect b="b" l="l" r="r" t="t"/>
              <a:pathLst>
                <a:path extrusionOk="0" h="198641" w="98319">
                  <a:moveTo>
                    <a:pt x="-122" y="-853"/>
                  </a:moveTo>
                  <a:cubicBezTo>
                    <a:pt x="70553" y="38483"/>
                    <a:pt x="108871" y="117995"/>
                    <a:pt x="95592" y="197789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67"/>
            <p:cNvSpPr/>
            <p:nvPr/>
          </p:nvSpPr>
          <p:spPr>
            <a:xfrm>
              <a:off x="7278707" y="1376434"/>
              <a:ext cx="115351" cy="115351"/>
            </a:xfrm>
            <a:custGeom>
              <a:rect b="b" l="l" r="r" t="t"/>
              <a:pathLst>
                <a:path extrusionOk="0" h="115351" w="115351">
                  <a:moveTo>
                    <a:pt x="115352" y="57676"/>
                  </a:moveTo>
                  <a:cubicBezTo>
                    <a:pt x="115352" y="89529"/>
                    <a:pt x="89529" y="115352"/>
                    <a:pt x="57676" y="115352"/>
                  </a:cubicBezTo>
                  <a:cubicBezTo>
                    <a:pt x="25822" y="115352"/>
                    <a:pt x="0" y="89529"/>
                    <a:pt x="0" y="57676"/>
                  </a:cubicBezTo>
                  <a:cubicBezTo>
                    <a:pt x="0" y="25822"/>
                    <a:pt x="25822" y="0"/>
                    <a:pt x="57676" y="0"/>
                  </a:cubicBezTo>
                  <a:cubicBezTo>
                    <a:pt x="89529" y="0"/>
                    <a:pt x="115352" y="25822"/>
                    <a:pt x="115352" y="57676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67"/>
            <p:cNvSpPr/>
            <p:nvPr/>
          </p:nvSpPr>
          <p:spPr>
            <a:xfrm>
              <a:off x="6937772" y="1376434"/>
              <a:ext cx="115351" cy="115351"/>
            </a:xfrm>
            <a:custGeom>
              <a:rect b="b" l="l" r="r" t="t"/>
              <a:pathLst>
                <a:path extrusionOk="0" h="115351" w="115351">
                  <a:moveTo>
                    <a:pt x="115352" y="57676"/>
                  </a:moveTo>
                  <a:cubicBezTo>
                    <a:pt x="115352" y="89529"/>
                    <a:pt x="89529" y="115352"/>
                    <a:pt x="57676" y="115352"/>
                  </a:cubicBezTo>
                  <a:cubicBezTo>
                    <a:pt x="25822" y="115352"/>
                    <a:pt x="0" y="89529"/>
                    <a:pt x="0" y="57676"/>
                  </a:cubicBezTo>
                  <a:cubicBezTo>
                    <a:pt x="0" y="25822"/>
                    <a:pt x="25822" y="0"/>
                    <a:pt x="57676" y="0"/>
                  </a:cubicBezTo>
                  <a:cubicBezTo>
                    <a:pt x="89529" y="0"/>
                    <a:pt x="115352" y="25822"/>
                    <a:pt x="115352" y="57676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67"/>
            <p:cNvSpPr/>
            <p:nvPr/>
          </p:nvSpPr>
          <p:spPr>
            <a:xfrm>
              <a:off x="7108350" y="1099032"/>
              <a:ext cx="115351" cy="115351"/>
            </a:xfrm>
            <a:custGeom>
              <a:rect b="b" l="l" r="r" t="t"/>
              <a:pathLst>
                <a:path extrusionOk="0" h="115351" w="115351">
                  <a:moveTo>
                    <a:pt x="115352" y="57676"/>
                  </a:moveTo>
                  <a:cubicBezTo>
                    <a:pt x="115352" y="89529"/>
                    <a:pt x="89529" y="115352"/>
                    <a:pt x="57676" y="115352"/>
                  </a:cubicBezTo>
                  <a:cubicBezTo>
                    <a:pt x="25822" y="115352"/>
                    <a:pt x="0" y="89529"/>
                    <a:pt x="0" y="57676"/>
                  </a:cubicBezTo>
                  <a:cubicBezTo>
                    <a:pt x="0" y="25822"/>
                    <a:pt x="25822" y="0"/>
                    <a:pt x="57676" y="0"/>
                  </a:cubicBezTo>
                  <a:cubicBezTo>
                    <a:pt x="89529" y="0"/>
                    <a:pt x="115352" y="25822"/>
                    <a:pt x="115352" y="57676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8" name="Google Shape;1108;p67"/>
          <p:cNvGrpSpPr/>
          <p:nvPr/>
        </p:nvGrpSpPr>
        <p:grpSpPr>
          <a:xfrm>
            <a:off x="16312946" y="1692636"/>
            <a:ext cx="681265" cy="681265"/>
            <a:chOff x="10875297" y="1128424"/>
            <a:chExt cx="454177" cy="454177"/>
          </a:xfrm>
        </p:grpSpPr>
        <p:grpSp>
          <p:nvGrpSpPr>
            <p:cNvPr id="1109" name="Google Shape;1109;p67"/>
            <p:cNvGrpSpPr/>
            <p:nvPr/>
          </p:nvGrpSpPr>
          <p:grpSpPr>
            <a:xfrm>
              <a:off x="11011645" y="1210061"/>
              <a:ext cx="254340" cy="290887"/>
              <a:chOff x="11011645" y="1210061"/>
              <a:chExt cx="254340" cy="290887"/>
            </a:xfrm>
          </p:grpSpPr>
          <p:sp>
            <p:nvSpPr>
              <p:cNvPr id="1110" name="Google Shape;1110;p67"/>
              <p:cNvSpPr/>
              <p:nvPr/>
            </p:nvSpPr>
            <p:spPr>
              <a:xfrm>
                <a:off x="11092250" y="1381008"/>
                <a:ext cx="96096" cy="60862"/>
              </a:xfrm>
              <a:custGeom>
                <a:rect b="b" l="l" r="r" t="t"/>
                <a:pathLst>
                  <a:path extrusionOk="0" h="60862" w="96096">
                    <a:moveTo>
                      <a:pt x="96097" y="0"/>
                    </a:moveTo>
                    <a:lnTo>
                      <a:pt x="0" y="60863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67"/>
              <p:cNvSpPr/>
              <p:nvPr/>
            </p:nvSpPr>
            <p:spPr>
              <a:xfrm>
                <a:off x="11089904" y="1273639"/>
                <a:ext cx="98472" cy="62367"/>
              </a:xfrm>
              <a:custGeom>
                <a:rect b="b" l="l" r="r" t="t"/>
                <a:pathLst>
                  <a:path extrusionOk="0" h="62367" w="98472">
                    <a:moveTo>
                      <a:pt x="0" y="0"/>
                    </a:moveTo>
                    <a:lnTo>
                      <a:pt x="98472" y="62368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67"/>
              <p:cNvSpPr/>
              <p:nvPr/>
            </p:nvSpPr>
            <p:spPr>
              <a:xfrm>
                <a:off x="11181796" y="1316398"/>
                <a:ext cx="84189" cy="84189"/>
              </a:xfrm>
              <a:custGeom>
                <a:rect b="b" l="l" r="r" t="t"/>
                <a:pathLst>
                  <a:path extrusionOk="0" h="84189" w="84189">
                    <a:moveTo>
                      <a:pt x="84190" y="42095"/>
                    </a:moveTo>
                    <a:cubicBezTo>
                      <a:pt x="84190" y="65343"/>
                      <a:pt x="65343" y="84190"/>
                      <a:pt x="42095" y="84190"/>
                    </a:cubicBezTo>
                    <a:cubicBezTo>
                      <a:pt x="18846" y="84190"/>
                      <a:pt x="-1" y="65343"/>
                      <a:pt x="-1" y="42095"/>
                    </a:cubicBezTo>
                    <a:cubicBezTo>
                      <a:pt x="-1" y="18847"/>
                      <a:pt x="18846" y="0"/>
                      <a:pt x="42095" y="0"/>
                    </a:cubicBezTo>
                    <a:cubicBezTo>
                      <a:pt x="65343" y="0"/>
                      <a:pt x="84190" y="18847"/>
                      <a:pt x="84190" y="42095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67"/>
              <p:cNvSpPr/>
              <p:nvPr/>
            </p:nvSpPr>
            <p:spPr>
              <a:xfrm>
                <a:off x="11011645" y="1210061"/>
                <a:ext cx="84189" cy="84189"/>
              </a:xfrm>
              <a:custGeom>
                <a:rect b="b" l="l" r="r" t="t"/>
                <a:pathLst>
                  <a:path extrusionOk="0" h="84189" w="84189">
                    <a:moveTo>
                      <a:pt x="84190" y="42095"/>
                    </a:moveTo>
                    <a:cubicBezTo>
                      <a:pt x="84190" y="65343"/>
                      <a:pt x="65344" y="84190"/>
                      <a:pt x="42095" y="84190"/>
                    </a:cubicBezTo>
                    <a:cubicBezTo>
                      <a:pt x="18846" y="84190"/>
                      <a:pt x="0" y="65343"/>
                      <a:pt x="0" y="42095"/>
                    </a:cubicBezTo>
                    <a:cubicBezTo>
                      <a:pt x="0" y="18847"/>
                      <a:pt x="18846" y="0"/>
                      <a:pt x="42095" y="0"/>
                    </a:cubicBezTo>
                    <a:cubicBezTo>
                      <a:pt x="65344" y="0"/>
                      <a:pt x="84190" y="18847"/>
                      <a:pt x="84190" y="42095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67"/>
              <p:cNvSpPr/>
              <p:nvPr/>
            </p:nvSpPr>
            <p:spPr>
              <a:xfrm>
                <a:off x="11011645" y="1416759"/>
                <a:ext cx="84189" cy="84189"/>
              </a:xfrm>
              <a:custGeom>
                <a:rect b="b" l="l" r="r" t="t"/>
                <a:pathLst>
                  <a:path extrusionOk="0" h="84189" w="84189">
                    <a:moveTo>
                      <a:pt x="84190" y="42095"/>
                    </a:moveTo>
                    <a:cubicBezTo>
                      <a:pt x="84190" y="65343"/>
                      <a:pt x="65344" y="84190"/>
                      <a:pt x="42095" y="84190"/>
                    </a:cubicBezTo>
                    <a:cubicBezTo>
                      <a:pt x="18846" y="84190"/>
                      <a:pt x="0" y="65343"/>
                      <a:pt x="0" y="42095"/>
                    </a:cubicBezTo>
                    <a:cubicBezTo>
                      <a:pt x="0" y="18847"/>
                      <a:pt x="18846" y="0"/>
                      <a:pt x="42095" y="0"/>
                    </a:cubicBezTo>
                    <a:cubicBezTo>
                      <a:pt x="65344" y="0"/>
                      <a:pt x="84190" y="18847"/>
                      <a:pt x="84190" y="42095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5" name="Google Shape;1115;p67"/>
            <p:cNvSpPr/>
            <p:nvPr/>
          </p:nvSpPr>
          <p:spPr>
            <a:xfrm>
              <a:off x="10875297" y="1128424"/>
              <a:ext cx="454177" cy="454177"/>
            </a:xfrm>
            <a:custGeom>
              <a:rect b="b" l="l" r="r" t="t"/>
              <a:pathLst>
                <a:path extrusionOk="0" h="454177" w="454177">
                  <a:moveTo>
                    <a:pt x="454177" y="227089"/>
                  </a:moveTo>
                  <a:cubicBezTo>
                    <a:pt x="454177" y="352506"/>
                    <a:pt x="352506" y="454177"/>
                    <a:pt x="227089" y="454177"/>
                  </a:cubicBezTo>
                  <a:cubicBezTo>
                    <a:pt x="101671" y="454177"/>
                    <a:pt x="0" y="352506"/>
                    <a:pt x="0" y="227089"/>
                  </a:cubicBezTo>
                  <a:cubicBezTo>
                    <a:pt x="0" y="101671"/>
                    <a:pt x="101671" y="0"/>
                    <a:pt x="227089" y="0"/>
                  </a:cubicBezTo>
                  <a:cubicBezTo>
                    <a:pt x="352507" y="0"/>
                    <a:pt x="454177" y="101671"/>
                    <a:pt x="454177" y="227089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6" name="Google Shape;1116;p67"/>
          <p:cNvGrpSpPr/>
          <p:nvPr/>
        </p:nvGrpSpPr>
        <p:grpSpPr>
          <a:xfrm>
            <a:off x="8318885" y="3158966"/>
            <a:ext cx="607101" cy="683036"/>
            <a:chOff x="5545923" y="2105977"/>
            <a:chExt cx="404734" cy="455357"/>
          </a:xfrm>
        </p:grpSpPr>
        <p:sp>
          <p:nvSpPr>
            <p:cNvPr id="1117" name="Google Shape;1117;p67"/>
            <p:cNvSpPr/>
            <p:nvPr/>
          </p:nvSpPr>
          <p:spPr>
            <a:xfrm>
              <a:off x="5545937" y="2164553"/>
              <a:ext cx="404720" cy="347250"/>
            </a:xfrm>
            <a:custGeom>
              <a:rect b="b" l="l" r="r" t="t"/>
              <a:pathLst>
                <a:path extrusionOk="0" h="347250" w="404720">
                  <a:moveTo>
                    <a:pt x="262275" y="346397"/>
                  </a:moveTo>
                  <a:lnTo>
                    <a:pt x="86695" y="346397"/>
                  </a:lnTo>
                  <a:cubicBezTo>
                    <a:pt x="38757" y="346412"/>
                    <a:pt x="-107" y="307548"/>
                    <a:pt x="-122" y="259611"/>
                  </a:cubicBezTo>
                  <a:cubicBezTo>
                    <a:pt x="-122" y="259611"/>
                    <a:pt x="-122" y="259595"/>
                    <a:pt x="-122" y="259595"/>
                  </a:cubicBezTo>
                  <a:lnTo>
                    <a:pt x="-122" y="259595"/>
                  </a:lnTo>
                  <a:cubicBezTo>
                    <a:pt x="-122" y="211643"/>
                    <a:pt x="38742" y="172780"/>
                    <a:pt x="86695" y="172780"/>
                  </a:cubicBezTo>
                  <a:lnTo>
                    <a:pt x="317782" y="172780"/>
                  </a:lnTo>
                  <a:cubicBezTo>
                    <a:pt x="365720" y="172764"/>
                    <a:pt x="404583" y="133901"/>
                    <a:pt x="404598" y="85963"/>
                  </a:cubicBezTo>
                  <a:lnTo>
                    <a:pt x="404598" y="85963"/>
                  </a:lnTo>
                  <a:cubicBezTo>
                    <a:pt x="404598" y="38010"/>
                    <a:pt x="365735" y="-853"/>
                    <a:pt x="317782" y="-853"/>
                  </a:cubicBezTo>
                  <a:lnTo>
                    <a:pt x="117119" y="-853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67"/>
            <p:cNvSpPr/>
            <p:nvPr/>
          </p:nvSpPr>
          <p:spPr>
            <a:xfrm>
              <a:off x="5545923" y="2105977"/>
              <a:ext cx="117181" cy="117181"/>
            </a:xfrm>
            <a:custGeom>
              <a:rect b="b" l="l" r="r" t="t"/>
              <a:pathLst>
                <a:path extrusionOk="0" h="117181" w="117181">
                  <a:moveTo>
                    <a:pt x="117181" y="58591"/>
                  </a:moveTo>
                  <a:cubicBezTo>
                    <a:pt x="117181" y="90949"/>
                    <a:pt x="90949" y="117181"/>
                    <a:pt x="58591" y="117181"/>
                  </a:cubicBezTo>
                  <a:cubicBezTo>
                    <a:pt x="26232" y="117181"/>
                    <a:pt x="0" y="90949"/>
                    <a:pt x="0" y="58591"/>
                  </a:cubicBezTo>
                  <a:cubicBezTo>
                    <a:pt x="0" y="26232"/>
                    <a:pt x="26232" y="0"/>
                    <a:pt x="58591" y="0"/>
                  </a:cubicBezTo>
                  <a:cubicBezTo>
                    <a:pt x="90949" y="0"/>
                    <a:pt x="117181" y="26232"/>
                    <a:pt x="117181" y="58591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9" name="Google Shape;1119;p67"/>
            <p:cNvGrpSpPr/>
            <p:nvPr/>
          </p:nvGrpSpPr>
          <p:grpSpPr>
            <a:xfrm>
              <a:off x="5849662" y="2462287"/>
              <a:ext cx="99047" cy="99047"/>
              <a:chOff x="5849662" y="2462287"/>
              <a:chExt cx="99047" cy="99047"/>
            </a:xfrm>
          </p:grpSpPr>
          <p:sp>
            <p:nvSpPr>
              <p:cNvPr id="1120" name="Google Shape;1120;p67"/>
              <p:cNvSpPr/>
              <p:nvPr/>
            </p:nvSpPr>
            <p:spPr>
              <a:xfrm>
                <a:off x="5849662" y="2462287"/>
                <a:ext cx="99047" cy="99047"/>
              </a:xfrm>
              <a:custGeom>
                <a:rect b="b" l="l" r="r" t="t"/>
                <a:pathLst>
                  <a:path extrusionOk="0" h="99047" w="99047">
                    <a:moveTo>
                      <a:pt x="0" y="0"/>
                    </a:moveTo>
                    <a:lnTo>
                      <a:pt x="99048" y="99048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67"/>
              <p:cNvSpPr/>
              <p:nvPr/>
            </p:nvSpPr>
            <p:spPr>
              <a:xfrm>
                <a:off x="5849662" y="2462287"/>
                <a:ext cx="99047" cy="99047"/>
              </a:xfrm>
              <a:custGeom>
                <a:rect b="b" l="l" r="r" t="t"/>
                <a:pathLst>
                  <a:path extrusionOk="0" h="99047" w="99047">
                    <a:moveTo>
                      <a:pt x="99048" y="0"/>
                    </a:moveTo>
                    <a:lnTo>
                      <a:pt x="0" y="99048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2" name="Google Shape;1122;p67"/>
          <p:cNvGrpSpPr/>
          <p:nvPr/>
        </p:nvGrpSpPr>
        <p:grpSpPr>
          <a:xfrm>
            <a:off x="6301788" y="3171028"/>
            <a:ext cx="545911" cy="658889"/>
            <a:chOff x="4201192" y="2114019"/>
            <a:chExt cx="363941" cy="439259"/>
          </a:xfrm>
        </p:grpSpPr>
        <p:sp>
          <p:nvSpPr>
            <p:cNvPr id="1123" name="Google Shape;1123;p67"/>
            <p:cNvSpPr/>
            <p:nvPr/>
          </p:nvSpPr>
          <p:spPr>
            <a:xfrm>
              <a:off x="4254553" y="2424633"/>
              <a:ext cx="257306" cy="128645"/>
            </a:xfrm>
            <a:custGeom>
              <a:rect b="b" l="l" r="r" t="t"/>
              <a:pathLst>
                <a:path extrusionOk="0" h="128645" w="257306">
                  <a:moveTo>
                    <a:pt x="257306" y="0"/>
                  </a:moveTo>
                  <a:lnTo>
                    <a:pt x="128660" y="128646"/>
                  </a:lnTo>
                  <a:lnTo>
                    <a:pt x="0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67"/>
            <p:cNvSpPr/>
            <p:nvPr/>
          </p:nvSpPr>
          <p:spPr>
            <a:xfrm>
              <a:off x="4201192" y="2114019"/>
              <a:ext cx="363941" cy="268195"/>
            </a:xfrm>
            <a:custGeom>
              <a:rect b="b" l="l" r="r" t="t"/>
              <a:pathLst>
                <a:path extrusionOk="0" h="268195" w="363941">
                  <a:moveTo>
                    <a:pt x="21590" y="267342"/>
                  </a:moveTo>
                  <a:cubicBezTo>
                    <a:pt x="-16462" y="196579"/>
                    <a:pt x="-3611" y="109246"/>
                    <a:pt x="53194" y="52441"/>
                  </a:cubicBezTo>
                  <a:lnTo>
                    <a:pt x="53194" y="52441"/>
                  </a:lnTo>
                  <a:cubicBezTo>
                    <a:pt x="124238" y="-18618"/>
                    <a:pt x="239442" y="-18618"/>
                    <a:pt x="310500" y="52441"/>
                  </a:cubicBezTo>
                  <a:cubicBezTo>
                    <a:pt x="310500" y="52441"/>
                    <a:pt x="310500" y="52441"/>
                    <a:pt x="310500" y="52441"/>
                  </a:cubicBezTo>
                  <a:lnTo>
                    <a:pt x="310500" y="52441"/>
                  </a:lnTo>
                  <a:cubicBezTo>
                    <a:pt x="367306" y="109246"/>
                    <a:pt x="380157" y="196579"/>
                    <a:pt x="342119" y="267342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67"/>
            <p:cNvSpPr/>
            <p:nvPr/>
          </p:nvSpPr>
          <p:spPr>
            <a:xfrm>
              <a:off x="4312996" y="2224487"/>
              <a:ext cx="140434" cy="140434"/>
            </a:xfrm>
            <a:custGeom>
              <a:rect b="b" l="l" r="r" t="t"/>
              <a:pathLst>
                <a:path extrusionOk="0" h="140434" w="140434">
                  <a:moveTo>
                    <a:pt x="140435" y="70217"/>
                  </a:moveTo>
                  <a:cubicBezTo>
                    <a:pt x="140435" y="108997"/>
                    <a:pt x="108997" y="140435"/>
                    <a:pt x="70217" y="140435"/>
                  </a:cubicBezTo>
                  <a:cubicBezTo>
                    <a:pt x="31437" y="140435"/>
                    <a:pt x="0" y="108997"/>
                    <a:pt x="0" y="70217"/>
                  </a:cubicBezTo>
                  <a:cubicBezTo>
                    <a:pt x="0" y="31437"/>
                    <a:pt x="31437" y="0"/>
                    <a:pt x="70217" y="0"/>
                  </a:cubicBezTo>
                  <a:cubicBezTo>
                    <a:pt x="108997" y="0"/>
                    <a:pt x="140435" y="31437"/>
                    <a:pt x="140435" y="70217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6" name="Google Shape;1126;p67"/>
          <p:cNvGrpSpPr/>
          <p:nvPr/>
        </p:nvGrpSpPr>
        <p:grpSpPr>
          <a:xfrm>
            <a:off x="12256137" y="3200331"/>
            <a:ext cx="674935" cy="600217"/>
            <a:chOff x="8170758" y="2133554"/>
            <a:chExt cx="449957" cy="400145"/>
          </a:xfrm>
        </p:grpSpPr>
        <p:sp>
          <p:nvSpPr>
            <p:cNvPr id="1127" name="Google Shape;1127;p67"/>
            <p:cNvSpPr/>
            <p:nvPr/>
          </p:nvSpPr>
          <p:spPr>
            <a:xfrm>
              <a:off x="8170758" y="2424028"/>
              <a:ext cx="449957" cy="109671"/>
            </a:xfrm>
            <a:custGeom>
              <a:rect b="b" l="l" r="r" t="t"/>
              <a:pathLst>
                <a:path extrusionOk="0" h="109671" w="449957">
                  <a:moveTo>
                    <a:pt x="259859" y="0"/>
                  </a:moveTo>
                  <a:lnTo>
                    <a:pt x="344152" y="0"/>
                  </a:lnTo>
                  <a:lnTo>
                    <a:pt x="449957" y="109671"/>
                  </a:lnTo>
                  <a:lnTo>
                    <a:pt x="0" y="109671"/>
                  </a:lnTo>
                  <a:lnTo>
                    <a:pt x="105805" y="0"/>
                  </a:lnTo>
                  <a:lnTo>
                    <a:pt x="190084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67"/>
            <p:cNvSpPr/>
            <p:nvPr/>
          </p:nvSpPr>
          <p:spPr>
            <a:xfrm>
              <a:off x="8283247" y="2133554"/>
              <a:ext cx="224978" cy="345258"/>
            </a:xfrm>
            <a:custGeom>
              <a:rect b="b" l="l" r="r" t="t"/>
              <a:pathLst>
                <a:path extrusionOk="0" h="345258" w="224978">
                  <a:moveTo>
                    <a:pt x="-122" y="111637"/>
                  </a:moveTo>
                  <a:cubicBezTo>
                    <a:pt x="-122" y="49505"/>
                    <a:pt x="50236" y="-853"/>
                    <a:pt x="112368" y="-853"/>
                  </a:cubicBezTo>
                  <a:cubicBezTo>
                    <a:pt x="174500" y="-853"/>
                    <a:pt x="224857" y="49505"/>
                    <a:pt x="224857" y="111637"/>
                  </a:cubicBezTo>
                  <a:cubicBezTo>
                    <a:pt x="224857" y="173768"/>
                    <a:pt x="168612" y="255671"/>
                    <a:pt x="112368" y="344406"/>
                  </a:cubicBezTo>
                  <a:cubicBezTo>
                    <a:pt x="56079" y="255715"/>
                    <a:pt x="-122" y="173812"/>
                    <a:pt x="-122" y="111637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67"/>
            <p:cNvSpPr/>
            <p:nvPr/>
          </p:nvSpPr>
          <p:spPr>
            <a:xfrm>
              <a:off x="8360502" y="2206678"/>
              <a:ext cx="70468" cy="70468"/>
            </a:xfrm>
            <a:custGeom>
              <a:rect b="b" l="l" r="r" t="t"/>
              <a:pathLst>
                <a:path extrusionOk="0" h="70468" w="70468">
                  <a:moveTo>
                    <a:pt x="70468" y="35234"/>
                  </a:moveTo>
                  <a:cubicBezTo>
                    <a:pt x="70468" y="54693"/>
                    <a:pt x="54693" y="70468"/>
                    <a:pt x="35234" y="70468"/>
                  </a:cubicBezTo>
                  <a:cubicBezTo>
                    <a:pt x="15775" y="70468"/>
                    <a:pt x="0" y="54693"/>
                    <a:pt x="0" y="35234"/>
                  </a:cubicBezTo>
                  <a:cubicBezTo>
                    <a:pt x="0" y="15775"/>
                    <a:pt x="15775" y="0"/>
                    <a:pt x="35234" y="0"/>
                  </a:cubicBezTo>
                  <a:cubicBezTo>
                    <a:pt x="54693" y="0"/>
                    <a:pt x="70468" y="15775"/>
                    <a:pt x="70468" y="35234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67"/>
          <p:cNvGrpSpPr/>
          <p:nvPr/>
        </p:nvGrpSpPr>
        <p:grpSpPr>
          <a:xfrm>
            <a:off x="10523648" y="3232356"/>
            <a:ext cx="459192" cy="536235"/>
            <a:chOff x="7015765" y="2154904"/>
            <a:chExt cx="306128" cy="357490"/>
          </a:xfrm>
        </p:grpSpPr>
        <p:sp>
          <p:nvSpPr>
            <p:cNvPr id="1131" name="Google Shape;1131;p67"/>
            <p:cNvSpPr/>
            <p:nvPr/>
          </p:nvSpPr>
          <p:spPr>
            <a:xfrm>
              <a:off x="7015765" y="2410351"/>
              <a:ext cx="306128" cy="102043"/>
            </a:xfrm>
            <a:custGeom>
              <a:rect b="b" l="l" r="r" t="t"/>
              <a:pathLst>
                <a:path extrusionOk="0" h="102043" w="306128">
                  <a:moveTo>
                    <a:pt x="204864" y="2157"/>
                  </a:moveTo>
                  <a:cubicBezTo>
                    <a:pt x="263883" y="9254"/>
                    <a:pt x="306007" y="28065"/>
                    <a:pt x="306007" y="50169"/>
                  </a:cubicBezTo>
                  <a:cubicBezTo>
                    <a:pt x="306007" y="78350"/>
                    <a:pt x="237472" y="101190"/>
                    <a:pt x="152943" y="101190"/>
                  </a:cubicBezTo>
                  <a:cubicBezTo>
                    <a:pt x="68413" y="101190"/>
                    <a:pt x="-122" y="78350"/>
                    <a:pt x="-122" y="50169"/>
                  </a:cubicBezTo>
                  <a:cubicBezTo>
                    <a:pt x="-122" y="21987"/>
                    <a:pt x="68399" y="-853"/>
                    <a:pt x="152943" y="-853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67"/>
            <p:cNvSpPr/>
            <p:nvPr/>
          </p:nvSpPr>
          <p:spPr>
            <a:xfrm>
              <a:off x="7168815" y="2258776"/>
              <a:ext cx="14754" cy="202610"/>
            </a:xfrm>
            <a:custGeom>
              <a:rect b="b" l="l" r="r" t="t"/>
              <a:pathLst>
                <a:path extrusionOk="0" h="202610" w="14754">
                  <a:moveTo>
                    <a:pt x="0" y="202611"/>
                  </a:moveTo>
                  <a:lnTo>
                    <a:pt x="0" y="0"/>
                  </a:ln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67"/>
            <p:cNvSpPr/>
            <p:nvPr/>
          </p:nvSpPr>
          <p:spPr>
            <a:xfrm>
              <a:off x="7116878" y="2154904"/>
              <a:ext cx="103872" cy="103872"/>
            </a:xfrm>
            <a:custGeom>
              <a:rect b="b" l="l" r="r" t="t"/>
              <a:pathLst>
                <a:path extrusionOk="0" h="103872" w="103872">
                  <a:moveTo>
                    <a:pt x="103873" y="51936"/>
                  </a:moveTo>
                  <a:cubicBezTo>
                    <a:pt x="103873" y="80620"/>
                    <a:pt x="80620" y="103873"/>
                    <a:pt x="51937" y="103873"/>
                  </a:cubicBezTo>
                  <a:cubicBezTo>
                    <a:pt x="23253" y="103873"/>
                    <a:pt x="1" y="80620"/>
                    <a:pt x="1" y="51936"/>
                  </a:cubicBezTo>
                  <a:cubicBezTo>
                    <a:pt x="1" y="23253"/>
                    <a:pt x="23253" y="0"/>
                    <a:pt x="51937" y="0"/>
                  </a:cubicBezTo>
                  <a:cubicBezTo>
                    <a:pt x="80620" y="0"/>
                    <a:pt x="103873" y="23253"/>
                    <a:pt x="103873" y="51936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4" name="Google Shape;1134;p67"/>
          <p:cNvGrpSpPr/>
          <p:nvPr/>
        </p:nvGrpSpPr>
        <p:grpSpPr>
          <a:xfrm>
            <a:off x="6281793" y="4576340"/>
            <a:ext cx="585942" cy="586075"/>
            <a:chOff x="4187862" y="3050893"/>
            <a:chExt cx="390628" cy="390717"/>
          </a:xfrm>
        </p:grpSpPr>
        <p:sp>
          <p:nvSpPr>
            <p:cNvPr id="1135" name="Google Shape;1135;p67"/>
            <p:cNvSpPr/>
            <p:nvPr/>
          </p:nvSpPr>
          <p:spPr>
            <a:xfrm>
              <a:off x="4187862" y="3093372"/>
              <a:ext cx="348209" cy="348238"/>
            </a:xfrm>
            <a:custGeom>
              <a:rect b="b" l="l" r="r" t="t"/>
              <a:pathLst>
                <a:path extrusionOk="0" h="348238" w="348209">
                  <a:moveTo>
                    <a:pt x="173983" y="-853"/>
                  </a:moveTo>
                  <a:cubicBezTo>
                    <a:pt x="77827" y="-853"/>
                    <a:pt x="-122" y="77096"/>
                    <a:pt x="-122" y="173281"/>
                  </a:cubicBezTo>
                  <a:cubicBezTo>
                    <a:pt x="-122" y="269334"/>
                    <a:pt x="77827" y="347386"/>
                    <a:pt x="173983" y="347386"/>
                  </a:cubicBezTo>
                  <a:cubicBezTo>
                    <a:pt x="270139" y="347386"/>
                    <a:pt x="348088" y="269334"/>
                    <a:pt x="348088" y="173281"/>
                  </a:cubicBezTo>
                  <a:lnTo>
                    <a:pt x="173983" y="173281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67"/>
            <p:cNvSpPr/>
            <p:nvPr/>
          </p:nvSpPr>
          <p:spPr>
            <a:xfrm>
              <a:off x="4361966" y="3050893"/>
              <a:ext cx="216524" cy="216465"/>
            </a:xfrm>
            <a:custGeom>
              <a:rect b="b" l="l" r="r" t="t"/>
              <a:pathLst>
                <a:path extrusionOk="0" h="216465" w="216524">
                  <a:moveTo>
                    <a:pt x="-122" y="-853"/>
                  </a:moveTo>
                  <a:lnTo>
                    <a:pt x="-122" y="215612"/>
                  </a:lnTo>
                  <a:lnTo>
                    <a:pt x="216403" y="215612"/>
                  </a:lnTo>
                  <a:cubicBezTo>
                    <a:pt x="216403" y="96100"/>
                    <a:pt x="119465" y="-838"/>
                    <a:pt x="-122" y="-853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7" name="Google Shape;1137;p67"/>
          <p:cNvGrpSpPr/>
          <p:nvPr/>
        </p:nvGrpSpPr>
        <p:grpSpPr>
          <a:xfrm>
            <a:off x="14430579" y="3135374"/>
            <a:ext cx="675213" cy="730221"/>
            <a:chOff x="9620386" y="2090249"/>
            <a:chExt cx="450142" cy="486814"/>
          </a:xfrm>
        </p:grpSpPr>
        <p:grpSp>
          <p:nvGrpSpPr>
            <p:cNvPr id="1138" name="Google Shape;1138;p67"/>
            <p:cNvGrpSpPr/>
            <p:nvPr/>
          </p:nvGrpSpPr>
          <p:grpSpPr>
            <a:xfrm>
              <a:off x="9620386" y="2142321"/>
              <a:ext cx="450142" cy="362016"/>
              <a:chOff x="9620386" y="2142321"/>
              <a:chExt cx="450142" cy="362016"/>
            </a:xfrm>
          </p:grpSpPr>
          <p:sp>
            <p:nvSpPr>
              <p:cNvPr id="1139" name="Google Shape;1139;p67"/>
              <p:cNvSpPr/>
              <p:nvPr/>
            </p:nvSpPr>
            <p:spPr>
              <a:xfrm>
                <a:off x="9825431" y="2489583"/>
                <a:ext cx="22131" cy="14754"/>
              </a:xfrm>
              <a:custGeom>
                <a:rect b="b" l="l" r="r" t="t"/>
                <a:pathLst>
                  <a:path extrusionOk="0" h="14754" w="22131">
                    <a:moveTo>
                      <a:pt x="22132" y="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67"/>
              <p:cNvSpPr/>
              <p:nvPr/>
            </p:nvSpPr>
            <p:spPr>
              <a:xfrm>
                <a:off x="9620386" y="2142321"/>
                <a:ext cx="450142" cy="347261"/>
              </a:xfrm>
              <a:custGeom>
                <a:rect b="b" l="l" r="r" t="t"/>
                <a:pathLst>
                  <a:path extrusionOk="0" h="347261" w="450142">
                    <a:moveTo>
                      <a:pt x="161943" y="346409"/>
                    </a:moveTo>
                    <a:lnTo>
                      <a:pt x="86695" y="346409"/>
                    </a:lnTo>
                    <a:cubicBezTo>
                      <a:pt x="38742" y="346409"/>
                      <a:pt x="-122" y="307544"/>
                      <a:pt x="-122" y="259592"/>
                    </a:cubicBezTo>
                    <a:cubicBezTo>
                      <a:pt x="-122" y="211639"/>
                      <a:pt x="38742" y="172776"/>
                      <a:pt x="86695" y="172776"/>
                    </a:cubicBezTo>
                    <a:lnTo>
                      <a:pt x="362076" y="172776"/>
                    </a:lnTo>
                    <a:cubicBezTo>
                      <a:pt x="410013" y="173396"/>
                      <a:pt x="449393" y="135048"/>
                      <a:pt x="450013" y="87096"/>
                    </a:cubicBezTo>
                    <a:cubicBezTo>
                      <a:pt x="450648" y="39157"/>
                      <a:pt x="412285" y="-222"/>
                      <a:pt x="364332" y="-842"/>
                    </a:cubicBezTo>
                    <a:cubicBezTo>
                      <a:pt x="363580" y="-857"/>
                      <a:pt x="362828" y="-857"/>
                      <a:pt x="362076" y="-842"/>
                    </a:cubicBezTo>
                    <a:lnTo>
                      <a:pt x="160660" y="-842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dashDot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67"/>
              <p:cNvSpPr/>
              <p:nvPr/>
            </p:nvSpPr>
            <p:spPr>
              <a:xfrm>
                <a:off x="9737523" y="2142333"/>
                <a:ext cx="22131" cy="14754"/>
              </a:xfrm>
              <a:custGeom>
                <a:rect b="b" l="l" r="r" t="t"/>
                <a:pathLst>
                  <a:path extrusionOk="0" h="14754" w="22131">
                    <a:moveTo>
                      <a:pt x="22132" y="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2" name="Google Shape;1142;p67"/>
            <p:cNvSpPr/>
            <p:nvPr/>
          </p:nvSpPr>
          <p:spPr>
            <a:xfrm>
              <a:off x="9633370" y="2090249"/>
              <a:ext cx="104167" cy="104167"/>
            </a:xfrm>
            <a:custGeom>
              <a:rect b="b" l="l" r="r" t="t"/>
              <a:pathLst>
                <a:path extrusionOk="0" h="104167" w="104167">
                  <a:moveTo>
                    <a:pt x="104168" y="52084"/>
                  </a:moveTo>
                  <a:cubicBezTo>
                    <a:pt x="104168" y="80849"/>
                    <a:pt x="80849" y="104168"/>
                    <a:pt x="52084" y="104168"/>
                  </a:cubicBezTo>
                  <a:cubicBezTo>
                    <a:pt x="23319" y="104168"/>
                    <a:pt x="0" y="80849"/>
                    <a:pt x="0" y="52084"/>
                  </a:cubicBezTo>
                  <a:cubicBezTo>
                    <a:pt x="0" y="23319"/>
                    <a:pt x="23319" y="0"/>
                    <a:pt x="52084" y="0"/>
                  </a:cubicBezTo>
                  <a:cubicBezTo>
                    <a:pt x="80849" y="0"/>
                    <a:pt x="104168" y="23319"/>
                    <a:pt x="104168" y="52084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67"/>
            <p:cNvSpPr/>
            <p:nvPr/>
          </p:nvSpPr>
          <p:spPr>
            <a:xfrm>
              <a:off x="9895073" y="2402118"/>
              <a:ext cx="174930" cy="174930"/>
            </a:xfrm>
            <a:custGeom>
              <a:rect b="b" l="l" r="r" t="t"/>
              <a:pathLst>
                <a:path extrusionOk="0" h="174930" w="174930">
                  <a:moveTo>
                    <a:pt x="174931" y="87466"/>
                  </a:moveTo>
                  <a:cubicBezTo>
                    <a:pt x="174931" y="135771"/>
                    <a:pt x="135771" y="174931"/>
                    <a:pt x="87465" y="174931"/>
                  </a:cubicBezTo>
                  <a:cubicBezTo>
                    <a:pt x="39159" y="174931"/>
                    <a:pt x="0" y="135771"/>
                    <a:pt x="0" y="87466"/>
                  </a:cubicBezTo>
                  <a:cubicBezTo>
                    <a:pt x="0" y="39160"/>
                    <a:pt x="39159" y="0"/>
                    <a:pt x="87465" y="0"/>
                  </a:cubicBezTo>
                  <a:cubicBezTo>
                    <a:pt x="135771" y="0"/>
                    <a:pt x="174931" y="39160"/>
                    <a:pt x="174931" y="87466"/>
                  </a:cubicBezTo>
                  <a:close/>
                </a:path>
              </a:pathLst>
            </a:custGeom>
            <a:noFill/>
            <a:ln cap="rnd" cmpd="sng" w="18150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4" name="Google Shape;1144;p67"/>
            <p:cNvGrpSpPr/>
            <p:nvPr/>
          </p:nvGrpSpPr>
          <p:grpSpPr>
            <a:xfrm>
              <a:off x="9895073" y="2402118"/>
              <a:ext cx="174931" cy="174945"/>
              <a:chOff x="9895073" y="2402118"/>
              <a:chExt cx="174931" cy="174945"/>
            </a:xfrm>
          </p:grpSpPr>
          <p:sp>
            <p:nvSpPr>
              <p:cNvPr id="1145" name="Google Shape;1145;p67"/>
              <p:cNvSpPr/>
              <p:nvPr/>
            </p:nvSpPr>
            <p:spPr>
              <a:xfrm>
                <a:off x="9895073" y="2402118"/>
                <a:ext cx="25835" cy="25835"/>
              </a:xfrm>
              <a:custGeom>
                <a:rect b="b" l="l" r="r" t="t"/>
                <a:pathLst>
                  <a:path extrusionOk="0" h="25835" w="25835">
                    <a:moveTo>
                      <a:pt x="25836" y="25835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71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67"/>
              <p:cNvSpPr/>
              <p:nvPr/>
            </p:nvSpPr>
            <p:spPr>
              <a:xfrm>
                <a:off x="10044169" y="2551213"/>
                <a:ext cx="25835" cy="25850"/>
              </a:xfrm>
              <a:custGeom>
                <a:rect b="b" l="l" r="r" t="t"/>
                <a:pathLst>
                  <a:path extrusionOk="0" h="25850" w="25835">
                    <a:moveTo>
                      <a:pt x="25835" y="2585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71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7" name="Google Shape;1147;p67"/>
            <p:cNvGrpSpPr/>
            <p:nvPr/>
          </p:nvGrpSpPr>
          <p:grpSpPr>
            <a:xfrm>
              <a:off x="9895073" y="2402118"/>
              <a:ext cx="174931" cy="174945"/>
              <a:chOff x="9895073" y="2402118"/>
              <a:chExt cx="174931" cy="174945"/>
            </a:xfrm>
          </p:grpSpPr>
          <p:sp>
            <p:nvSpPr>
              <p:cNvPr id="1148" name="Google Shape;1148;p67"/>
              <p:cNvSpPr/>
              <p:nvPr/>
            </p:nvSpPr>
            <p:spPr>
              <a:xfrm>
                <a:off x="9895073" y="2551213"/>
                <a:ext cx="25835" cy="25850"/>
              </a:xfrm>
              <a:custGeom>
                <a:rect b="b" l="l" r="r" t="t"/>
                <a:pathLst>
                  <a:path extrusionOk="0" h="25850" w="25835">
                    <a:moveTo>
                      <a:pt x="25836" y="0"/>
                    </a:moveTo>
                    <a:lnTo>
                      <a:pt x="0" y="25850"/>
                    </a:lnTo>
                  </a:path>
                </a:pathLst>
              </a:custGeom>
              <a:noFill/>
              <a:ln cap="rnd" cmpd="sng" w="171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67"/>
              <p:cNvSpPr/>
              <p:nvPr/>
            </p:nvSpPr>
            <p:spPr>
              <a:xfrm>
                <a:off x="10044169" y="2402118"/>
                <a:ext cx="25835" cy="25835"/>
              </a:xfrm>
              <a:custGeom>
                <a:rect b="b" l="l" r="r" t="t"/>
                <a:pathLst>
                  <a:path extrusionOk="0" h="25835" w="25835">
                    <a:moveTo>
                      <a:pt x="25835" y="0"/>
                    </a:moveTo>
                    <a:lnTo>
                      <a:pt x="0" y="25835"/>
                    </a:lnTo>
                  </a:path>
                </a:pathLst>
              </a:custGeom>
              <a:noFill/>
              <a:ln cap="rnd" cmpd="sng" w="17100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50" name="Google Shape;1150;p67"/>
          <p:cNvGrpSpPr/>
          <p:nvPr/>
        </p:nvGrpSpPr>
        <p:grpSpPr>
          <a:xfrm>
            <a:off x="4460001" y="4497374"/>
            <a:ext cx="656742" cy="633172"/>
            <a:chOff x="2973334" y="2998249"/>
            <a:chExt cx="437828" cy="422115"/>
          </a:xfrm>
        </p:grpSpPr>
        <p:sp>
          <p:nvSpPr>
            <p:cNvPr id="1151" name="Google Shape;1151;p67"/>
            <p:cNvSpPr/>
            <p:nvPr/>
          </p:nvSpPr>
          <p:spPr>
            <a:xfrm>
              <a:off x="2973334" y="3072126"/>
              <a:ext cx="348209" cy="348238"/>
            </a:xfrm>
            <a:custGeom>
              <a:rect b="b" l="l" r="r" t="t"/>
              <a:pathLst>
                <a:path extrusionOk="0" h="348238" w="348209">
                  <a:moveTo>
                    <a:pt x="173983" y="-853"/>
                  </a:moveTo>
                  <a:cubicBezTo>
                    <a:pt x="77827" y="-853"/>
                    <a:pt x="-122" y="77096"/>
                    <a:pt x="-122" y="173281"/>
                  </a:cubicBezTo>
                  <a:cubicBezTo>
                    <a:pt x="-122" y="269334"/>
                    <a:pt x="77827" y="347386"/>
                    <a:pt x="173983" y="347386"/>
                  </a:cubicBezTo>
                  <a:cubicBezTo>
                    <a:pt x="270139" y="347386"/>
                    <a:pt x="348088" y="269334"/>
                    <a:pt x="348088" y="173281"/>
                  </a:cubicBezTo>
                  <a:lnTo>
                    <a:pt x="173983" y="173281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67"/>
            <p:cNvSpPr/>
            <p:nvPr/>
          </p:nvSpPr>
          <p:spPr>
            <a:xfrm>
              <a:off x="3147438" y="3072126"/>
              <a:ext cx="174104" cy="174134"/>
            </a:xfrm>
            <a:custGeom>
              <a:rect b="b" l="l" r="r" t="t"/>
              <a:pathLst>
                <a:path extrusionOk="0" h="174134" w="174104">
                  <a:moveTo>
                    <a:pt x="-122" y="-853"/>
                  </a:moveTo>
                  <a:lnTo>
                    <a:pt x="-122" y="173281"/>
                  </a:lnTo>
                  <a:lnTo>
                    <a:pt x="173983" y="173281"/>
                  </a:lnTo>
                  <a:cubicBezTo>
                    <a:pt x="173983" y="77096"/>
                    <a:pt x="96034" y="-853"/>
                    <a:pt x="-122" y="-853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3" name="Google Shape;1153;p67"/>
            <p:cNvGrpSpPr/>
            <p:nvPr/>
          </p:nvGrpSpPr>
          <p:grpSpPr>
            <a:xfrm>
              <a:off x="3050899" y="2998249"/>
              <a:ext cx="360263" cy="344491"/>
              <a:chOff x="3050899" y="2998249"/>
              <a:chExt cx="360263" cy="344491"/>
            </a:xfrm>
          </p:grpSpPr>
          <p:sp>
            <p:nvSpPr>
              <p:cNvPr id="1154" name="Google Shape;1154;p67"/>
              <p:cNvSpPr/>
              <p:nvPr/>
            </p:nvSpPr>
            <p:spPr>
              <a:xfrm>
                <a:off x="3050899" y="2998249"/>
                <a:ext cx="170430" cy="170430"/>
              </a:xfrm>
              <a:custGeom>
                <a:rect b="b" l="l" r="r" t="t"/>
                <a:pathLst>
                  <a:path extrusionOk="0" h="170430" w="170430">
                    <a:moveTo>
                      <a:pt x="0" y="170431"/>
                    </a:moveTo>
                    <a:lnTo>
                      <a:pt x="170431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67"/>
              <p:cNvSpPr/>
              <p:nvPr/>
            </p:nvSpPr>
            <p:spPr>
              <a:xfrm>
                <a:off x="3094410" y="3037821"/>
                <a:ext cx="174370" cy="174370"/>
              </a:xfrm>
              <a:custGeom>
                <a:rect b="b" l="l" r="r" t="t"/>
                <a:pathLst>
                  <a:path extrusionOk="0" h="174370" w="174370">
                    <a:moveTo>
                      <a:pt x="0" y="174370"/>
                    </a:moveTo>
                    <a:lnTo>
                      <a:pt x="174370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67"/>
              <p:cNvSpPr/>
              <p:nvPr/>
            </p:nvSpPr>
            <p:spPr>
              <a:xfrm>
                <a:off x="3137936" y="3077393"/>
                <a:ext cx="178309" cy="178309"/>
              </a:xfrm>
              <a:custGeom>
                <a:rect b="b" l="l" r="r" t="t"/>
                <a:pathLst>
                  <a:path extrusionOk="0" h="178309" w="178309">
                    <a:moveTo>
                      <a:pt x="0" y="178310"/>
                    </a:moveTo>
                    <a:lnTo>
                      <a:pt x="178310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67"/>
              <p:cNvSpPr/>
              <p:nvPr/>
            </p:nvSpPr>
            <p:spPr>
              <a:xfrm>
                <a:off x="3181448" y="3116965"/>
                <a:ext cx="182264" cy="182264"/>
              </a:xfrm>
              <a:custGeom>
                <a:rect b="b" l="l" r="r" t="t"/>
                <a:pathLst>
                  <a:path extrusionOk="0" h="182264" w="182264">
                    <a:moveTo>
                      <a:pt x="0" y="182264"/>
                    </a:moveTo>
                    <a:lnTo>
                      <a:pt x="182264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67"/>
              <p:cNvSpPr/>
              <p:nvPr/>
            </p:nvSpPr>
            <p:spPr>
              <a:xfrm>
                <a:off x="3224959" y="3156537"/>
                <a:ext cx="186203" cy="186203"/>
              </a:xfrm>
              <a:custGeom>
                <a:rect b="b" l="l" r="r" t="t"/>
                <a:pathLst>
                  <a:path extrusionOk="0" h="186203" w="186203">
                    <a:moveTo>
                      <a:pt x="0" y="186204"/>
                    </a:moveTo>
                    <a:lnTo>
                      <a:pt x="186204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59" name="Google Shape;1159;p67"/>
          <p:cNvGrpSpPr/>
          <p:nvPr/>
        </p:nvGrpSpPr>
        <p:grpSpPr>
          <a:xfrm>
            <a:off x="16357188" y="3093323"/>
            <a:ext cx="727211" cy="703597"/>
            <a:chOff x="10904792" y="2062215"/>
            <a:chExt cx="484807" cy="469065"/>
          </a:xfrm>
        </p:grpSpPr>
        <p:sp>
          <p:nvSpPr>
            <p:cNvPr id="1160" name="Google Shape;1160;p67"/>
            <p:cNvSpPr/>
            <p:nvPr/>
          </p:nvSpPr>
          <p:spPr>
            <a:xfrm>
              <a:off x="10904792" y="2183071"/>
              <a:ext cx="348209" cy="348209"/>
            </a:xfrm>
            <a:custGeom>
              <a:rect b="b" l="l" r="r" t="t"/>
              <a:pathLst>
                <a:path extrusionOk="0" h="348209" w="348209">
                  <a:moveTo>
                    <a:pt x="173983" y="-853"/>
                  </a:moveTo>
                  <a:cubicBezTo>
                    <a:pt x="77826" y="-853"/>
                    <a:pt x="-122" y="77095"/>
                    <a:pt x="-122" y="173251"/>
                  </a:cubicBezTo>
                  <a:cubicBezTo>
                    <a:pt x="-122" y="269407"/>
                    <a:pt x="77826" y="347356"/>
                    <a:pt x="173983" y="347356"/>
                  </a:cubicBezTo>
                  <a:cubicBezTo>
                    <a:pt x="270138" y="347356"/>
                    <a:pt x="348087" y="269407"/>
                    <a:pt x="348087" y="173251"/>
                  </a:cubicBezTo>
                  <a:lnTo>
                    <a:pt x="173983" y="173251"/>
                  </a:ln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67"/>
            <p:cNvSpPr/>
            <p:nvPr/>
          </p:nvSpPr>
          <p:spPr>
            <a:xfrm>
              <a:off x="11125876" y="2136106"/>
              <a:ext cx="174104" cy="174105"/>
            </a:xfrm>
            <a:custGeom>
              <a:rect b="b" l="l" r="r" t="t"/>
              <a:pathLst>
                <a:path extrusionOk="0" h="174105" w="174104">
                  <a:moveTo>
                    <a:pt x="-122" y="-853"/>
                  </a:moveTo>
                  <a:lnTo>
                    <a:pt x="-122" y="173252"/>
                  </a:lnTo>
                  <a:lnTo>
                    <a:pt x="173983" y="173252"/>
                  </a:lnTo>
                  <a:cubicBezTo>
                    <a:pt x="173983" y="77096"/>
                    <a:pt x="96034" y="-853"/>
                    <a:pt x="-122" y="-853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2" name="Google Shape;1162;p67"/>
            <p:cNvGrpSpPr/>
            <p:nvPr/>
          </p:nvGrpSpPr>
          <p:grpSpPr>
            <a:xfrm>
              <a:off x="11029321" y="2062215"/>
              <a:ext cx="360278" cy="344491"/>
              <a:chOff x="11029321" y="2062215"/>
              <a:chExt cx="360278" cy="344491"/>
            </a:xfrm>
          </p:grpSpPr>
          <p:sp>
            <p:nvSpPr>
              <p:cNvPr id="1163" name="Google Shape;1163;p67"/>
              <p:cNvSpPr/>
              <p:nvPr/>
            </p:nvSpPr>
            <p:spPr>
              <a:xfrm>
                <a:off x="11029321" y="2062215"/>
                <a:ext cx="170430" cy="170430"/>
              </a:xfrm>
              <a:custGeom>
                <a:rect b="b" l="l" r="r" t="t"/>
                <a:pathLst>
                  <a:path extrusionOk="0" h="170430" w="170430">
                    <a:moveTo>
                      <a:pt x="0" y="170431"/>
                    </a:moveTo>
                    <a:lnTo>
                      <a:pt x="170431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67"/>
              <p:cNvSpPr/>
              <p:nvPr/>
            </p:nvSpPr>
            <p:spPr>
              <a:xfrm>
                <a:off x="11072847" y="2101787"/>
                <a:ext cx="174370" cy="174370"/>
              </a:xfrm>
              <a:custGeom>
                <a:rect b="b" l="l" r="r" t="t"/>
                <a:pathLst>
                  <a:path extrusionOk="0" h="174370" w="174370">
                    <a:moveTo>
                      <a:pt x="0" y="174370"/>
                    </a:moveTo>
                    <a:lnTo>
                      <a:pt x="174370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67"/>
              <p:cNvSpPr/>
              <p:nvPr/>
            </p:nvSpPr>
            <p:spPr>
              <a:xfrm>
                <a:off x="11116359" y="2141359"/>
                <a:ext cx="178309" cy="178324"/>
              </a:xfrm>
              <a:custGeom>
                <a:rect b="b" l="l" r="r" t="t"/>
                <a:pathLst>
                  <a:path extrusionOk="0" h="178324" w="178309">
                    <a:moveTo>
                      <a:pt x="0" y="178325"/>
                    </a:moveTo>
                    <a:lnTo>
                      <a:pt x="178309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67"/>
              <p:cNvSpPr/>
              <p:nvPr/>
            </p:nvSpPr>
            <p:spPr>
              <a:xfrm>
                <a:off x="11159870" y="2180931"/>
                <a:ext cx="182264" cy="182264"/>
              </a:xfrm>
              <a:custGeom>
                <a:rect b="b" l="l" r="r" t="t"/>
                <a:pathLst>
                  <a:path extrusionOk="0" h="182264" w="182264">
                    <a:moveTo>
                      <a:pt x="0" y="182264"/>
                    </a:moveTo>
                    <a:lnTo>
                      <a:pt x="182264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67"/>
              <p:cNvSpPr/>
              <p:nvPr/>
            </p:nvSpPr>
            <p:spPr>
              <a:xfrm>
                <a:off x="11203396" y="2220503"/>
                <a:ext cx="186203" cy="186203"/>
              </a:xfrm>
              <a:custGeom>
                <a:rect b="b" l="l" r="r" t="t"/>
                <a:pathLst>
                  <a:path extrusionOk="0" h="186203" w="186203">
                    <a:moveTo>
                      <a:pt x="0" y="186203"/>
                    </a:moveTo>
                    <a:lnTo>
                      <a:pt x="186203" y="0"/>
                    </a:lnTo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8" name="Google Shape;1168;p67"/>
          <p:cNvGrpSpPr/>
          <p:nvPr/>
        </p:nvGrpSpPr>
        <p:grpSpPr>
          <a:xfrm>
            <a:off x="8290400" y="4453664"/>
            <a:ext cx="728384" cy="700565"/>
            <a:chOff x="5526933" y="2969109"/>
            <a:chExt cx="485589" cy="467043"/>
          </a:xfrm>
        </p:grpSpPr>
        <p:sp>
          <p:nvSpPr>
            <p:cNvPr id="1169" name="Google Shape;1169;p67"/>
            <p:cNvSpPr/>
            <p:nvPr/>
          </p:nvSpPr>
          <p:spPr>
            <a:xfrm>
              <a:off x="5526933" y="3087884"/>
              <a:ext cx="348209" cy="348268"/>
            </a:xfrm>
            <a:custGeom>
              <a:rect b="b" l="l" r="r" t="t"/>
              <a:pathLst>
                <a:path extrusionOk="0" h="348268" w="348209">
                  <a:moveTo>
                    <a:pt x="173983" y="-853"/>
                  </a:moveTo>
                  <a:cubicBezTo>
                    <a:pt x="77827" y="-853"/>
                    <a:pt x="-122" y="77096"/>
                    <a:pt x="-122" y="173311"/>
                  </a:cubicBezTo>
                  <a:cubicBezTo>
                    <a:pt x="-122" y="269364"/>
                    <a:pt x="77827" y="347415"/>
                    <a:pt x="173983" y="347415"/>
                  </a:cubicBezTo>
                  <a:cubicBezTo>
                    <a:pt x="270139" y="347415"/>
                    <a:pt x="348088" y="269364"/>
                    <a:pt x="348088" y="173311"/>
                  </a:cubicBezTo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67"/>
            <p:cNvSpPr/>
            <p:nvPr/>
          </p:nvSpPr>
          <p:spPr>
            <a:xfrm>
              <a:off x="5701038" y="3056368"/>
              <a:ext cx="205576" cy="205531"/>
            </a:xfrm>
            <a:custGeom>
              <a:rect b="b" l="l" r="r" t="t"/>
              <a:pathLst>
                <a:path extrusionOk="0" h="205531" w="205576">
                  <a:moveTo>
                    <a:pt x="-122" y="-853"/>
                  </a:moveTo>
                  <a:lnTo>
                    <a:pt x="-122" y="204679"/>
                  </a:lnTo>
                  <a:lnTo>
                    <a:pt x="205454" y="204679"/>
                  </a:lnTo>
                  <a:cubicBezTo>
                    <a:pt x="205454" y="91201"/>
                    <a:pt x="113415" y="-839"/>
                    <a:pt x="-122" y="-853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1" name="Google Shape;1171;p67"/>
            <p:cNvGrpSpPr/>
            <p:nvPr/>
          </p:nvGrpSpPr>
          <p:grpSpPr>
            <a:xfrm>
              <a:off x="5587029" y="2969109"/>
              <a:ext cx="425493" cy="406873"/>
              <a:chOff x="5587029" y="2969109"/>
              <a:chExt cx="425493" cy="406873"/>
            </a:xfrm>
          </p:grpSpPr>
          <p:grpSp>
            <p:nvGrpSpPr>
              <p:cNvPr id="1172" name="Google Shape;1172;p67"/>
              <p:cNvGrpSpPr/>
              <p:nvPr/>
            </p:nvGrpSpPr>
            <p:grpSpPr>
              <a:xfrm>
                <a:off x="5587029" y="2969109"/>
                <a:ext cx="425493" cy="406873"/>
                <a:chOff x="5587029" y="2969109"/>
                <a:chExt cx="425493" cy="406873"/>
              </a:xfrm>
            </p:grpSpPr>
            <p:sp>
              <p:nvSpPr>
                <p:cNvPr id="1173" name="Google Shape;1173;p67"/>
                <p:cNvSpPr/>
                <p:nvPr/>
              </p:nvSpPr>
              <p:spPr>
                <a:xfrm>
                  <a:off x="5587029" y="2969109"/>
                  <a:ext cx="201282" cy="201297"/>
                </a:xfrm>
                <a:custGeom>
                  <a:rect b="b" l="l" r="r" t="t"/>
                  <a:pathLst>
                    <a:path extrusionOk="0" h="201297" w="201282">
                      <a:moveTo>
                        <a:pt x="0" y="201298"/>
                      </a:moveTo>
                      <a:lnTo>
                        <a:pt x="201283" y="0"/>
                      </a:lnTo>
                    </a:path>
                  </a:pathLst>
                </a:custGeom>
                <a:noFill/>
                <a:ln cap="rnd" cmpd="sng" w="165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4" name="Google Shape;1174;p67"/>
                <p:cNvSpPr/>
                <p:nvPr/>
              </p:nvSpPr>
              <p:spPr>
                <a:xfrm>
                  <a:off x="5638420" y="3015852"/>
                  <a:ext cx="205945" cy="205945"/>
                </a:xfrm>
                <a:custGeom>
                  <a:rect b="b" l="l" r="r" t="t"/>
                  <a:pathLst>
                    <a:path extrusionOk="0" h="205945" w="205945">
                      <a:moveTo>
                        <a:pt x="0" y="205945"/>
                      </a:moveTo>
                      <a:lnTo>
                        <a:pt x="205945" y="0"/>
                      </a:lnTo>
                    </a:path>
                  </a:pathLst>
                </a:custGeom>
                <a:noFill/>
                <a:ln cap="rnd" cmpd="sng" w="165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5" name="Google Shape;1175;p67"/>
                <p:cNvSpPr/>
                <p:nvPr/>
              </p:nvSpPr>
              <p:spPr>
                <a:xfrm>
                  <a:off x="5689810" y="3062579"/>
                  <a:ext cx="210607" cy="210607"/>
                </a:xfrm>
                <a:custGeom>
                  <a:rect b="b" l="l" r="r" t="t"/>
                  <a:pathLst>
                    <a:path extrusionOk="0" h="210607" w="210607">
                      <a:moveTo>
                        <a:pt x="0" y="210608"/>
                      </a:moveTo>
                      <a:lnTo>
                        <a:pt x="210608" y="0"/>
                      </a:lnTo>
                    </a:path>
                  </a:pathLst>
                </a:custGeom>
                <a:noFill/>
                <a:ln cap="rnd" cmpd="sng" w="165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6" name="Google Shape;1176;p67"/>
                <p:cNvSpPr/>
                <p:nvPr/>
              </p:nvSpPr>
              <p:spPr>
                <a:xfrm>
                  <a:off x="5741200" y="3109322"/>
                  <a:ext cx="215270" cy="215255"/>
                </a:xfrm>
                <a:custGeom>
                  <a:rect b="b" l="l" r="r" t="t"/>
                  <a:pathLst>
                    <a:path extrusionOk="0" h="215255" w="215270">
                      <a:moveTo>
                        <a:pt x="0" y="215255"/>
                      </a:moveTo>
                      <a:lnTo>
                        <a:pt x="215270" y="0"/>
                      </a:lnTo>
                    </a:path>
                  </a:pathLst>
                </a:custGeom>
                <a:noFill/>
                <a:ln cap="rnd" cmpd="sng" w="165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7" name="Google Shape;1177;p67"/>
                <p:cNvSpPr/>
                <p:nvPr/>
              </p:nvSpPr>
              <p:spPr>
                <a:xfrm>
                  <a:off x="5792605" y="3156065"/>
                  <a:ext cx="219917" cy="219917"/>
                </a:xfrm>
                <a:custGeom>
                  <a:rect b="b" l="l" r="r" t="t"/>
                  <a:pathLst>
                    <a:path extrusionOk="0" h="219917" w="219917">
                      <a:moveTo>
                        <a:pt x="0" y="219918"/>
                      </a:moveTo>
                      <a:lnTo>
                        <a:pt x="219918" y="0"/>
                      </a:lnTo>
                    </a:path>
                  </a:pathLst>
                </a:custGeom>
                <a:noFill/>
                <a:ln cap="rnd" cmpd="sng" w="16525">
                  <a:solidFill>
                    <a:srgbClr val="009B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50" lIns="137150" spcFirstLastPara="1" rIns="137150" wrap="square" tIns="68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78" name="Google Shape;1178;p67"/>
              <p:cNvSpPr/>
              <p:nvPr/>
            </p:nvSpPr>
            <p:spPr>
              <a:xfrm>
                <a:off x="5701038" y="3056368"/>
                <a:ext cx="205576" cy="205531"/>
              </a:xfrm>
              <a:custGeom>
                <a:rect b="b" l="l" r="r" t="t"/>
                <a:pathLst>
                  <a:path extrusionOk="0" h="205531" w="205576">
                    <a:moveTo>
                      <a:pt x="-122" y="-853"/>
                    </a:moveTo>
                    <a:lnTo>
                      <a:pt x="-122" y="204679"/>
                    </a:lnTo>
                    <a:lnTo>
                      <a:pt x="205454" y="204679"/>
                    </a:lnTo>
                    <a:cubicBezTo>
                      <a:pt x="205454" y="91201"/>
                      <a:pt x="113415" y="-839"/>
                      <a:pt x="-122" y="-853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67"/>
          <p:cNvGrpSpPr/>
          <p:nvPr/>
        </p:nvGrpSpPr>
        <p:grpSpPr>
          <a:xfrm>
            <a:off x="10404069" y="4527038"/>
            <a:ext cx="523950" cy="684512"/>
            <a:chOff x="6936046" y="3018025"/>
            <a:chExt cx="349300" cy="456341"/>
          </a:xfrm>
        </p:grpSpPr>
        <p:grpSp>
          <p:nvGrpSpPr>
            <p:cNvPr id="1180" name="Google Shape;1180;p67"/>
            <p:cNvGrpSpPr/>
            <p:nvPr/>
          </p:nvGrpSpPr>
          <p:grpSpPr>
            <a:xfrm>
              <a:off x="7049273" y="3089064"/>
              <a:ext cx="165163" cy="165162"/>
              <a:chOff x="7049273" y="3089064"/>
              <a:chExt cx="165163" cy="165162"/>
            </a:xfrm>
          </p:grpSpPr>
          <p:sp>
            <p:nvSpPr>
              <p:cNvPr id="1181" name="Google Shape;1181;p67"/>
              <p:cNvSpPr/>
              <p:nvPr/>
            </p:nvSpPr>
            <p:spPr>
              <a:xfrm>
                <a:off x="7049273" y="3089064"/>
                <a:ext cx="165163" cy="165162"/>
              </a:xfrm>
              <a:custGeom>
                <a:rect b="b" l="l" r="r" t="t"/>
                <a:pathLst>
                  <a:path extrusionOk="0" h="165162" w="165163">
                    <a:moveTo>
                      <a:pt x="-122" y="63079"/>
                    </a:moveTo>
                    <a:cubicBezTo>
                      <a:pt x="10177" y="64200"/>
                      <a:pt x="17613" y="73466"/>
                      <a:pt x="16492" y="83750"/>
                    </a:cubicBezTo>
                    <a:cubicBezTo>
                      <a:pt x="15533" y="92499"/>
                      <a:pt x="8628" y="99404"/>
                      <a:pt x="-122" y="100363"/>
                    </a:cubicBezTo>
                    <a:lnTo>
                      <a:pt x="10870" y="126922"/>
                    </a:lnTo>
                    <a:cubicBezTo>
                      <a:pt x="18956" y="120445"/>
                      <a:pt x="30774" y="121743"/>
                      <a:pt x="37252" y="129843"/>
                    </a:cubicBezTo>
                    <a:cubicBezTo>
                      <a:pt x="42740" y="136689"/>
                      <a:pt x="42740" y="146457"/>
                      <a:pt x="37252" y="153244"/>
                    </a:cubicBezTo>
                    <a:lnTo>
                      <a:pt x="63810" y="164310"/>
                    </a:lnTo>
                    <a:cubicBezTo>
                      <a:pt x="64976" y="153982"/>
                      <a:pt x="74257" y="146605"/>
                      <a:pt x="84555" y="147785"/>
                    </a:cubicBezTo>
                    <a:cubicBezTo>
                      <a:pt x="93260" y="148670"/>
                      <a:pt x="100136" y="155605"/>
                      <a:pt x="101110" y="164310"/>
                    </a:cubicBezTo>
                    <a:lnTo>
                      <a:pt x="127668" y="153244"/>
                    </a:lnTo>
                    <a:cubicBezTo>
                      <a:pt x="121191" y="145277"/>
                      <a:pt x="122489" y="133399"/>
                      <a:pt x="130590" y="126922"/>
                    </a:cubicBezTo>
                    <a:cubicBezTo>
                      <a:pt x="137436" y="121433"/>
                      <a:pt x="147189" y="121433"/>
                      <a:pt x="154050" y="126922"/>
                    </a:cubicBezTo>
                    <a:lnTo>
                      <a:pt x="165042" y="100363"/>
                    </a:lnTo>
                    <a:cubicBezTo>
                      <a:pt x="154743" y="99242"/>
                      <a:pt x="147307" y="89977"/>
                      <a:pt x="148428" y="79692"/>
                    </a:cubicBezTo>
                    <a:cubicBezTo>
                      <a:pt x="149387" y="70942"/>
                      <a:pt x="156292" y="64038"/>
                      <a:pt x="165042" y="63079"/>
                    </a:cubicBezTo>
                    <a:lnTo>
                      <a:pt x="154050" y="36520"/>
                    </a:lnTo>
                    <a:cubicBezTo>
                      <a:pt x="145964" y="42997"/>
                      <a:pt x="134146" y="41699"/>
                      <a:pt x="127668" y="33598"/>
                    </a:cubicBezTo>
                    <a:cubicBezTo>
                      <a:pt x="122179" y="26752"/>
                      <a:pt x="122179" y="16999"/>
                      <a:pt x="127668" y="10139"/>
                    </a:cubicBezTo>
                    <a:lnTo>
                      <a:pt x="101110" y="-853"/>
                    </a:lnTo>
                    <a:cubicBezTo>
                      <a:pt x="99944" y="9446"/>
                      <a:pt x="90664" y="16853"/>
                      <a:pt x="80365" y="15702"/>
                    </a:cubicBezTo>
                    <a:cubicBezTo>
                      <a:pt x="71659" y="14713"/>
                      <a:pt x="64784" y="7852"/>
                      <a:pt x="63810" y="-853"/>
                    </a:cubicBezTo>
                    <a:lnTo>
                      <a:pt x="37252" y="10139"/>
                    </a:lnTo>
                    <a:cubicBezTo>
                      <a:pt x="43729" y="18224"/>
                      <a:pt x="42431" y="30043"/>
                      <a:pt x="34330" y="36520"/>
                    </a:cubicBezTo>
                    <a:cubicBezTo>
                      <a:pt x="27484" y="42009"/>
                      <a:pt x="17731" y="42009"/>
                      <a:pt x="10870" y="36520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67"/>
              <p:cNvSpPr/>
              <p:nvPr/>
            </p:nvSpPr>
            <p:spPr>
              <a:xfrm>
                <a:off x="7090807" y="3130436"/>
                <a:ext cx="82153" cy="82153"/>
              </a:xfrm>
              <a:custGeom>
                <a:rect b="b" l="l" r="r" t="t"/>
                <a:pathLst>
                  <a:path extrusionOk="0" h="82153" w="82153">
                    <a:moveTo>
                      <a:pt x="82154" y="41077"/>
                    </a:moveTo>
                    <a:cubicBezTo>
                      <a:pt x="82154" y="63763"/>
                      <a:pt x="63763" y="82154"/>
                      <a:pt x="41077" y="82154"/>
                    </a:cubicBezTo>
                    <a:cubicBezTo>
                      <a:pt x="18391" y="82154"/>
                      <a:pt x="0" y="63763"/>
                      <a:pt x="0" y="41077"/>
                    </a:cubicBezTo>
                    <a:cubicBezTo>
                      <a:pt x="0" y="18391"/>
                      <a:pt x="18391" y="0"/>
                      <a:pt x="41077" y="0"/>
                    </a:cubicBezTo>
                    <a:cubicBezTo>
                      <a:pt x="63763" y="0"/>
                      <a:pt x="82154" y="18391"/>
                      <a:pt x="82154" y="41077"/>
                    </a:cubicBezTo>
                    <a:close/>
                  </a:path>
                </a:pathLst>
              </a:custGeom>
              <a:noFill/>
              <a:ln cap="rnd" cmpd="sng" w="16525">
                <a:solidFill>
                  <a:srgbClr val="009B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3" name="Google Shape;1183;p67"/>
            <p:cNvSpPr/>
            <p:nvPr/>
          </p:nvSpPr>
          <p:spPr>
            <a:xfrm>
              <a:off x="6936046" y="3018025"/>
              <a:ext cx="349300" cy="456341"/>
            </a:xfrm>
            <a:custGeom>
              <a:rect b="b" l="l" r="r" t="t"/>
              <a:pathLst>
                <a:path extrusionOk="0" h="456341" w="349300">
                  <a:moveTo>
                    <a:pt x="320201" y="455489"/>
                  </a:moveTo>
                  <a:lnTo>
                    <a:pt x="134381" y="455489"/>
                  </a:lnTo>
                  <a:lnTo>
                    <a:pt x="134381" y="390863"/>
                  </a:lnTo>
                  <a:lnTo>
                    <a:pt x="83920" y="390863"/>
                  </a:lnTo>
                  <a:cubicBezTo>
                    <a:pt x="60932" y="390863"/>
                    <a:pt x="42298" y="372272"/>
                    <a:pt x="42298" y="349255"/>
                  </a:cubicBezTo>
                  <a:lnTo>
                    <a:pt x="42298" y="274891"/>
                  </a:lnTo>
                  <a:lnTo>
                    <a:pt x="14514" y="274891"/>
                  </a:lnTo>
                  <a:cubicBezTo>
                    <a:pt x="6429" y="274891"/>
                    <a:pt x="-122" y="268399"/>
                    <a:pt x="-122" y="260284"/>
                  </a:cubicBezTo>
                  <a:cubicBezTo>
                    <a:pt x="-122" y="258809"/>
                    <a:pt x="114" y="257186"/>
                    <a:pt x="601" y="255710"/>
                  </a:cubicBezTo>
                  <a:lnTo>
                    <a:pt x="50899" y="101259"/>
                  </a:lnTo>
                  <a:lnTo>
                    <a:pt x="50811" y="102616"/>
                  </a:lnTo>
                  <a:cubicBezTo>
                    <a:pt x="78373" y="22543"/>
                    <a:pt x="165646" y="-20024"/>
                    <a:pt x="245720" y="7537"/>
                  </a:cubicBezTo>
                  <a:cubicBezTo>
                    <a:pt x="322385" y="33933"/>
                    <a:pt x="365247" y="115438"/>
                    <a:pt x="343558" y="193564"/>
                  </a:cubicBezTo>
                  <a:cubicBezTo>
                    <a:pt x="328921" y="242578"/>
                    <a:pt x="321057" y="293334"/>
                    <a:pt x="320157" y="344533"/>
                  </a:cubicBezTo>
                  <a:close/>
                </a:path>
              </a:pathLst>
            </a:custGeom>
            <a:noFill/>
            <a:ln cap="rnd" cmpd="sng" w="16525">
              <a:solidFill>
                <a:srgbClr val="009B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4" name="Google Shape;1184;p67"/>
          <p:cNvGrpSpPr/>
          <p:nvPr/>
        </p:nvGrpSpPr>
        <p:grpSpPr>
          <a:xfrm>
            <a:off x="12254388" y="4530086"/>
            <a:ext cx="678432" cy="678432"/>
            <a:chOff x="8169592" y="3020057"/>
            <a:chExt cx="452288" cy="452288"/>
          </a:xfrm>
        </p:grpSpPr>
        <p:grpSp>
          <p:nvGrpSpPr>
            <p:cNvPr id="1185" name="Google Shape;1185;p67"/>
            <p:cNvGrpSpPr/>
            <p:nvPr/>
          </p:nvGrpSpPr>
          <p:grpSpPr>
            <a:xfrm>
              <a:off x="8228656" y="3079108"/>
              <a:ext cx="129664" cy="129682"/>
              <a:chOff x="8228656" y="3079108"/>
              <a:chExt cx="129664" cy="129682"/>
            </a:xfrm>
          </p:grpSpPr>
          <p:sp>
            <p:nvSpPr>
              <p:cNvPr id="1186" name="Google Shape;1186;p67"/>
              <p:cNvSpPr/>
              <p:nvPr/>
            </p:nvSpPr>
            <p:spPr>
              <a:xfrm>
                <a:off x="8228656" y="3203292"/>
                <a:ext cx="5445" cy="5498"/>
              </a:xfrm>
              <a:custGeom>
                <a:rect b="b" l="l" r="r" t="t"/>
                <a:pathLst>
                  <a:path extrusionOk="0" h="5498" w="5445">
                    <a:moveTo>
                      <a:pt x="3301" y="-777"/>
                    </a:moveTo>
                    <a:cubicBezTo>
                      <a:pt x="4747" y="-393"/>
                      <a:pt x="5617" y="1096"/>
                      <a:pt x="5233" y="2543"/>
                    </a:cubicBezTo>
                    <a:cubicBezTo>
                      <a:pt x="5233" y="2543"/>
                      <a:pt x="5233" y="2543"/>
                      <a:pt x="5233" y="2543"/>
                    </a:cubicBezTo>
                    <a:cubicBezTo>
                      <a:pt x="4850" y="4003"/>
                      <a:pt x="3389" y="4904"/>
                      <a:pt x="1914" y="4579"/>
                    </a:cubicBezTo>
                    <a:cubicBezTo>
                      <a:pt x="482" y="4225"/>
                      <a:pt x="-388" y="2779"/>
                      <a:pt x="-48" y="1348"/>
                    </a:cubicBezTo>
                    <a:cubicBezTo>
                      <a:pt x="-34" y="1318"/>
                      <a:pt x="-34" y="1288"/>
                      <a:pt x="-19" y="1259"/>
                    </a:cubicBezTo>
                    <a:cubicBezTo>
                      <a:pt x="335" y="-217"/>
                      <a:pt x="1810" y="-1132"/>
                      <a:pt x="3286" y="-777"/>
                    </a:cubicBezTo>
                    <a:cubicBezTo>
                      <a:pt x="3286" y="-777"/>
                      <a:pt x="3301" y="-777"/>
                      <a:pt x="3301" y="-777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98F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67"/>
              <p:cNvSpPr/>
              <p:nvPr/>
            </p:nvSpPr>
            <p:spPr>
              <a:xfrm>
                <a:off x="8245437" y="3160478"/>
                <a:ext cx="5528" cy="5395"/>
              </a:xfrm>
              <a:custGeom>
                <a:rect b="b" l="l" r="r" t="t"/>
                <a:pathLst>
                  <a:path extrusionOk="0" h="5395" w="5528">
                    <a:moveTo>
                      <a:pt x="4092" y="-500"/>
                    </a:moveTo>
                    <a:cubicBezTo>
                      <a:pt x="5375" y="267"/>
                      <a:pt x="5789" y="1919"/>
                      <a:pt x="5022" y="3203"/>
                    </a:cubicBezTo>
                    <a:cubicBezTo>
                      <a:pt x="4210" y="4457"/>
                      <a:pt x="2572" y="4899"/>
                      <a:pt x="1230" y="4236"/>
                    </a:cubicBezTo>
                    <a:cubicBezTo>
                      <a:pt x="-39" y="3542"/>
                      <a:pt x="-497" y="1948"/>
                      <a:pt x="212" y="679"/>
                    </a:cubicBezTo>
                    <a:cubicBezTo>
                      <a:pt x="241" y="635"/>
                      <a:pt x="271" y="577"/>
                      <a:pt x="300" y="532"/>
                    </a:cubicBezTo>
                    <a:cubicBezTo>
                      <a:pt x="1082" y="-781"/>
                      <a:pt x="2749" y="-1239"/>
                      <a:pt x="4092" y="-500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98F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67"/>
              <p:cNvSpPr/>
              <p:nvPr/>
            </p:nvSpPr>
            <p:spPr>
              <a:xfrm>
                <a:off x="8273321" y="3123785"/>
                <a:ext cx="5377" cy="5381"/>
              </a:xfrm>
              <a:custGeom>
                <a:rect b="b" l="l" r="r" t="t"/>
                <a:pathLst>
                  <a:path extrusionOk="0" h="5381" w="5377">
                    <a:moveTo>
                      <a:pt x="4596" y="-45"/>
                    </a:moveTo>
                    <a:cubicBezTo>
                      <a:pt x="5585" y="1121"/>
                      <a:pt x="5452" y="2877"/>
                      <a:pt x="4271" y="3865"/>
                    </a:cubicBezTo>
                    <a:cubicBezTo>
                      <a:pt x="3239" y="4750"/>
                      <a:pt x="1719" y="4750"/>
                      <a:pt x="686" y="3865"/>
                    </a:cubicBezTo>
                    <a:cubicBezTo>
                      <a:pt x="-391" y="2788"/>
                      <a:pt x="-391" y="1033"/>
                      <a:pt x="686" y="-45"/>
                    </a:cubicBezTo>
                    <a:cubicBezTo>
                      <a:pt x="1763" y="-1122"/>
                      <a:pt x="3519" y="-1122"/>
                      <a:pt x="4596" y="-4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98F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67"/>
              <p:cNvSpPr/>
              <p:nvPr/>
            </p:nvSpPr>
            <p:spPr>
              <a:xfrm>
                <a:off x="8310019" y="3095892"/>
                <a:ext cx="5416" cy="5532"/>
              </a:xfrm>
              <a:custGeom>
                <a:rect b="b" l="l" r="r" t="t"/>
                <a:pathLst>
                  <a:path extrusionOk="0" h="5532" w="5416">
                    <a:moveTo>
                      <a:pt x="4962" y="508"/>
                    </a:moveTo>
                    <a:cubicBezTo>
                      <a:pt x="5670" y="1836"/>
                      <a:pt x="5212" y="3488"/>
                      <a:pt x="3929" y="4284"/>
                    </a:cubicBezTo>
                    <a:cubicBezTo>
                      <a:pt x="2675" y="5052"/>
                      <a:pt x="1052" y="4668"/>
                      <a:pt x="270" y="3429"/>
                    </a:cubicBezTo>
                    <a:cubicBezTo>
                      <a:pt x="255" y="3399"/>
                      <a:pt x="255" y="3385"/>
                      <a:pt x="240" y="3369"/>
                    </a:cubicBezTo>
                    <a:cubicBezTo>
                      <a:pt x="-512" y="2042"/>
                      <a:pt x="-55" y="345"/>
                      <a:pt x="1273" y="-422"/>
                    </a:cubicBezTo>
                    <a:cubicBezTo>
                      <a:pt x="2454" y="-1204"/>
                      <a:pt x="4047" y="-895"/>
                      <a:pt x="4829" y="286"/>
                    </a:cubicBezTo>
                    <a:cubicBezTo>
                      <a:pt x="4873" y="360"/>
                      <a:pt x="4917" y="434"/>
                      <a:pt x="4962" y="508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98F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67"/>
              <p:cNvSpPr/>
              <p:nvPr/>
            </p:nvSpPr>
            <p:spPr>
              <a:xfrm>
                <a:off x="8352724" y="3079108"/>
                <a:ext cx="5596" cy="5481"/>
              </a:xfrm>
              <a:custGeom>
                <a:rect b="b" l="l" r="r" t="t"/>
                <a:pathLst>
                  <a:path extrusionOk="0" h="5481" w="5596">
                    <a:moveTo>
                      <a:pt x="5414" y="1195"/>
                    </a:moveTo>
                    <a:cubicBezTo>
                      <a:pt x="5724" y="2670"/>
                      <a:pt x="4824" y="4131"/>
                      <a:pt x="3378" y="4514"/>
                    </a:cubicBezTo>
                    <a:cubicBezTo>
                      <a:pt x="1947" y="4943"/>
                      <a:pt x="427" y="4131"/>
                      <a:pt x="-1" y="2700"/>
                    </a:cubicBezTo>
                    <a:cubicBezTo>
                      <a:pt x="-443" y="1269"/>
                      <a:pt x="368" y="-252"/>
                      <a:pt x="1799" y="-679"/>
                    </a:cubicBezTo>
                    <a:cubicBezTo>
                      <a:pt x="1902" y="-709"/>
                      <a:pt x="1991" y="-738"/>
                      <a:pt x="2094" y="-753"/>
                    </a:cubicBezTo>
                    <a:cubicBezTo>
                      <a:pt x="3511" y="-1151"/>
                      <a:pt x="4986" y="-325"/>
                      <a:pt x="5384" y="1091"/>
                    </a:cubicBezTo>
                    <a:cubicBezTo>
                      <a:pt x="5399" y="1121"/>
                      <a:pt x="5399" y="1165"/>
                      <a:pt x="5414" y="1195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rgbClr val="0098F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50" lIns="137150" spcFirstLastPara="1" rIns="137150" wrap="square" tIns="68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1" name="Google Shape;1191;p67"/>
            <p:cNvSpPr/>
            <p:nvPr/>
          </p:nvSpPr>
          <p:spPr>
            <a:xfrm>
              <a:off x="8169592" y="3020057"/>
              <a:ext cx="452288" cy="452288"/>
            </a:xfrm>
            <a:custGeom>
              <a:rect b="b" l="l" r="r" t="t"/>
              <a:pathLst>
                <a:path extrusionOk="0" h="452288" w="452288">
                  <a:moveTo>
                    <a:pt x="452288" y="226144"/>
                  </a:moveTo>
                  <a:cubicBezTo>
                    <a:pt x="452288" y="351041"/>
                    <a:pt x="351040" y="452289"/>
                    <a:pt x="226144" y="452289"/>
                  </a:cubicBezTo>
                  <a:cubicBezTo>
                    <a:pt x="101248" y="452289"/>
                    <a:pt x="0" y="351040"/>
                    <a:pt x="0" y="226144"/>
                  </a:cubicBezTo>
                  <a:cubicBezTo>
                    <a:pt x="0" y="101248"/>
                    <a:pt x="101248" y="0"/>
                    <a:pt x="226144" y="0"/>
                  </a:cubicBezTo>
                  <a:cubicBezTo>
                    <a:pt x="351040" y="0"/>
                    <a:pt x="452288" y="101248"/>
                    <a:pt x="452288" y="226144"/>
                  </a:cubicBezTo>
                  <a:close/>
                </a:path>
              </a:pathLst>
            </a:custGeom>
            <a:noFill/>
            <a:ln cap="flat" cmpd="sng" w="14725">
              <a:solidFill>
                <a:srgbClr val="009B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67"/>
            <p:cNvSpPr/>
            <p:nvPr/>
          </p:nvSpPr>
          <p:spPr>
            <a:xfrm>
              <a:off x="8226397" y="3076847"/>
              <a:ext cx="338707" cy="338647"/>
            </a:xfrm>
            <a:custGeom>
              <a:rect b="b" l="l" r="r" t="t"/>
              <a:pathLst>
                <a:path extrusionOk="0" h="338647" w="338707">
                  <a:moveTo>
                    <a:pt x="169218" y="-853"/>
                  </a:moveTo>
                  <a:cubicBezTo>
                    <a:pt x="262747" y="-868"/>
                    <a:pt x="338571" y="74956"/>
                    <a:pt x="338586" y="168412"/>
                  </a:cubicBezTo>
                  <a:cubicBezTo>
                    <a:pt x="338600" y="261957"/>
                    <a:pt x="262776" y="337795"/>
                    <a:pt x="169247" y="337795"/>
                  </a:cubicBezTo>
                  <a:cubicBezTo>
                    <a:pt x="75717" y="337795"/>
                    <a:pt x="-107" y="262104"/>
                    <a:pt x="-122" y="168560"/>
                  </a:cubicBezTo>
                  <a:cubicBezTo>
                    <a:pt x="-122" y="168560"/>
                    <a:pt x="-122" y="168560"/>
                    <a:pt x="-122" y="168560"/>
                  </a:cubicBezTo>
                </a:path>
              </a:pathLst>
            </a:custGeom>
            <a:noFill/>
            <a:ln cap="flat" cmpd="sng" w="16025">
              <a:solidFill>
                <a:srgbClr val="009B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67"/>
            <p:cNvSpPr/>
            <p:nvPr/>
          </p:nvSpPr>
          <p:spPr>
            <a:xfrm>
              <a:off x="8299389" y="3143597"/>
              <a:ext cx="104212" cy="169884"/>
            </a:xfrm>
            <a:custGeom>
              <a:rect b="b" l="l" r="r" t="t"/>
              <a:pathLst>
                <a:path extrusionOk="0" h="169884" w="104212">
                  <a:moveTo>
                    <a:pt x="104212" y="0"/>
                  </a:moveTo>
                  <a:lnTo>
                    <a:pt x="104212" y="112932"/>
                  </a:lnTo>
                  <a:lnTo>
                    <a:pt x="0" y="169885"/>
                  </a:lnTo>
                </a:path>
              </a:pathLst>
            </a:custGeom>
            <a:noFill/>
            <a:ln cap="flat" cmpd="sng" w="14725">
              <a:solidFill>
                <a:srgbClr val="009B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